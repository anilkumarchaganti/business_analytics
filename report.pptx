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images/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x_Total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box_TotalAmount.png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x_qua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box_quantity.png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x_unit_price_n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box_unit_price_ngn.png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cluster_counts.png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cluster_frequency.png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monet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cluster_monetary.png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pca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70539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cluster_pca_projection.png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rec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cluster_recency.png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rfm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cluster_rfm_boxplots.png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wise_c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cluster_wise_clv.png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correlation_heatmap.png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lbow_silhouette_f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elbow_silhouette_fast.png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ure_importance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feature_importance_rf.png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st_Total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hist_TotalAmount.png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st_qua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hist_quantity.png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st_unit_price_n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hist_unit_price_ngn.png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storical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historical_monthly_sales.png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ngnes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missingness_matrix.png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model_comparison_bar.png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monthly_revenue.png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yment_metho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payment_method_bar.png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yment_method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payment_method_pie.png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fm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rfm_clusters_pca.png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roc_comparison.png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roc_curves.png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_forecast_ar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sales_forecast_arima.png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10_clv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top10_clv_customers.png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top_customers.png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_products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top_products_corrected.png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_regions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top_regions_corrected.png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ordcloud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wordcloud_products.png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