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p:sldMasterIdLst>
    <p:sldMasterId id="2147483659" r:id="rId1"/>
  </p:sldMasterIdLst>
  <p:notesMasterIdLst>
    <p:notesMasterId r:id="rId32"/>
  </p:notesMasterIdLst>
  <p:sldIdLst>
    <p:sldId id="965" r:id="rId2"/>
    <p:sldId id="966" r:id="rId3"/>
    <p:sldId id="1021" r:id="rId4"/>
    <p:sldId id="1026" r:id="rId5"/>
    <p:sldId id="1027" r:id="rId6"/>
    <p:sldId id="1022" r:id="rId7"/>
    <p:sldId id="1023" r:id="rId8"/>
    <p:sldId id="1024" r:id="rId9"/>
    <p:sldId id="1028" r:id="rId10"/>
    <p:sldId id="1029" r:id="rId11"/>
    <p:sldId id="1030" r:id="rId12"/>
    <p:sldId id="1031" r:id="rId13"/>
    <p:sldId id="1025" r:id="rId14"/>
    <p:sldId id="1032" r:id="rId15"/>
    <p:sldId id="1033" r:id="rId16"/>
    <p:sldId id="1034" r:id="rId17"/>
    <p:sldId id="1035" r:id="rId18"/>
    <p:sldId id="1036" r:id="rId19"/>
    <p:sldId id="1037" r:id="rId20"/>
    <p:sldId id="1038" r:id="rId21"/>
    <p:sldId id="1039" r:id="rId22"/>
    <p:sldId id="1040" r:id="rId23"/>
    <p:sldId id="1041" r:id="rId24"/>
    <p:sldId id="1042" r:id="rId25"/>
    <p:sldId id="1043" r:id="rId26"/>
    <p:sldId id="1044" r:id="rId27"/>
    <p:sldId id="1045" r:id="rId28"/>
    <p:sldId id="1046" r:id="rId29"/>
    <p:sldId id="1047" r:id="rId30"/>
    <p:sldId id="1008" r:id="rId31"/>
  </p:sldIdLst>
  <p:sldSz cx="12192000" cy="6858000"/>
  <p:notesSz cx="6858000" cy="9144000"/>
  <p:defaultTextStyle>
    <a:def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defPPr>
    <a:lvl1pPr marL="0" marR="0" indent="0" algn="l" defTabSz="914400" rtl="0" fontAlgn="auto" latinLnBrk="0" hangingPunct="0">
      <a:lnSpc>
        <a:spcPct val="100000"/>
      </a:lnSpc>
      <a:spcBef>
        <a:spcPts val="0"/>
      </a:spcBef>
      <a:spcAft>
        <a:spcPts val="0"/>
      </a:spcAft>
      <a:buClrTx/>
      <a:buSzTx/>
      <a:buFontTx/>
      <a:buNone/>
      <a:tabLst/>
      <a:defRPr kumimoji="0" sz="1400" b="0" i="0" u="none" strike="noStrike" cap="none" spc="0" normalizeH="0" baseline="0">
        <a:ln>
          <a:noFill/>
        </a:ln>
        <a:solidFill>
          <a:srgbClr val="000000"/>
        </a:solidFill>
        <a:effectLst/>
        <a:uFillTx/>
        <a:latin typeface="Times New Roman"/>
        <a:ea typeface="Times New Roman"/>
        <a:cs typeface="Times New Roman"/>
        <a:sym typeface="Times New Roman"/>
      </a:defRPr>
    </a:lvl1pPr>
    <a:lvl2pPr marL="0" marR="0" indent="457200" algn="l" defTabSz="914400" rtl="0" fontAlgn="auto" latinLnBrk="0" hangingPunct="0">
      <a:lnSpc>
        <a:spcPct val="100000"/>
      </a:lnSpc>
      <a:spcBef>
        <a:spcPts val="0"/>
      </a:spcBef>
      <a:spcAft>
        <a:spcPts val="0"/>
      </a:spcAft>
      <a:buClrTx/>
      <a:buSzTx/>
      <a:buFontTx/>
      <a:buNone/>
      <a:tabLst/>
      <a:defRPr kumimoji="0" sz="1400" b="0" i="0" u="none" strike="noStrike" cap="none" spc="0" normalizeH="0" baseline="0">
        <a:ln>
          <a:noFill/>
        </a:ln>
        <a:solidFill>
          <a:srgbClr val="000000"/>
        </a:solidFill>
        <a:effectLst/>
        <a:uFillTx/>
        <a:latin typeface="Times New Roman"/>
        <a:ea typeface="Times New Roman"/>
        <a:cs typeface="Times New Roman"/>
        <a:sym typeface="Times New Roman"/>
      </a:defRPr>
    </a:lvl2pPr>
    <a:lvl3pPr marL="0" marR="0" indent="914400" algn="l" defTabSz="914400" rtl="0" fontAlgn="auto" latinLnBrk="0" hangingPunct="0">
      <a:lnSpc>
        <a:spcPct val="100000"/>
      </a:lnSpc>
      <a:spcBef>
        <a:spcPts val="0"/>
      </a:spcBef>
      <a:spcAft>
        <a:spcPts val="0"/>
      </a:spcAft>
      <a:buClrTx/>
      <a:buSzTx/>
      <a:buFontTx/>
      <a:buNone/>
      <a:tabLst/>
      <a:defRPr kumimoji="0" sz="1400" b="0" i="0" u="none" strike="noStrike" cap="none" spc="0" normalizeH="0" baseline="0">
        <a:ln>
          <a:noFill/>
        </a:ln>
        <a:solidFill>
          <a:srgbClr val="000000"/>
        </a:solidFill>
        <a:effectLst/>
        <a:uFillTx/>
        <a:latin typeface="Times New Roman"/>
        <a:ea typeface="Times New Roman"/>
        <a:cs typeface="Times New Roman"/>
        <a:sym typeface="Times New Roman"/>
      </a:defRPr>
    </a:lvl3pPr>
    <a:lvl4pPr marL="0" marR="0" indent="1371600" algn="l" defTabSz="914400" rtl="0" fontAlgn="auto" latinLnBrk="0" hangingPunct="0">
      <a:lnSpc>
        <a:spcPct val="100000"/>
      </a:lnSpc>
      <a:spcBef>
        <a:spcPts val="0"/>
      </a:spcBef>
      <a:spcAft>
        <a:spcPts val="0"/>
      </a:spcAft>
      <a:buClrTx/>
      <a:buSzTx/>
      <a:buFontTx/>
      <a:buNone/>
      <a:tabLst/>
      <a:defRPr kumimoji="0" sz="1400" b="0" i="0" u="none" strike="noStrike" cap="none" spc="0" normalizeH="0" baseline="0">
        <a:ln>
          <a:noFill/>
        </a:ln>
        <a:solidFill>
          <a:srgbClr val="000000"/>
        </a:solidFill>
        <a:effectLst/>
        <a:uFillTx/>
        <a:latin typeface="Times New Roman"/>
        <a:ea typeface="Times New Roman"/>
        <a:cs typeface="Times New Roman"/>
        <a:sym typeface="Times New Roman"/>
      </a:defRPr>
    </a:lvl4pPr>
    <a:lvl5pPr marL="0" marR="0" indent="1828800" algn="l" defTabSz="914400" rtl="0" fontAlgn="auto" latinLnBrk="0" hangingPunct="0">
      <a:lnSpc>
        <a:spcPct val="100000"/>
      </a:lnSpc>
      <a:spcBef>
        <a:spcPts val="0"/>
      </a:spcBef>
      <a:spcAft>
        <a:spcPts val="0"/>
      </a:spcAft>
      <a:buClrTx/>
      <a:buSzTx/>
      <a:buFontTx/>
      <a:buNone/>
      <a:tabLst/>
      <a:defRPr kumimoji="0" sz="1400" b="0" i="0" u="none" strike="noStrike" cap="none" spc="0" normalizeH="0" baseline="0">
        <a:ln>
          <a:noFill/>
        </a:ln>
        <a:solidFill>
          <a:srgbClr val="000000"/>
        </a:solidFill>
        <a:effectLst/>
        <a:uFillTx/>
        <a:latin typeface="Times New Roman"/>
        <a:ea typeface="Times New Roman"/>
        <a:cs typeface="Times New Roman"/>
        <a:sym typeface="Times New Roman"/>
      </a:defRPr>
    </a:lvl5pPr>
    <a:lvl6pPr marL="0" marR="0" indent="0" algn="l" defTabSz="914400" rtl="0" fontAlgn="auto" latinLnBrk="0" hangingPunct="0">
      <a:lnSpc>
        <a:spcPct val="100000"/>
      </a:lnSpc>
      <a:spcBef>
        <a:spcPts val="0"/>
      </a:spcBef>
      <a:spcAft>
        <a:spcPts val="0"/>
      </a:spcAft>
      <a:buClrTx/>
      <a:buSzTx/>
      <a:buFontTx/>
      <a:buNone/>
      <a:tabLst/>
      <a:defRPr kumimoji="0" sz="1400" b="0" i="0" u="none" strike="noStrike" cap="none" spc="0" normalizeH="0" baseline="0">
        <a:ln>
          <a:noFill/>
        </a:ln>
        <a:solidFill>
          <a:srgbClr val="000000"/>
        </a:solidFill>
        <a:effectLst/>
        <a:uFillTx/>
        <a:latin typeface="Times New Roman"/>
        <a:ea typeface="Times New Roman"/>
        <a:cs typeface="Times New Roman"/>
        <a:sym typeface="Times New Roman"/>
      </a:defRPr>
    </a:lvl6pPr>
    <a:lvl7pPr marL="0" marR="0" indent="0" algn="l" defTabSz="914400" rtl="0" fontAlgn="auto" latinLnBrk="0" hangingPunct="0">
      <a:lnSpc>
        <a:spcPct val="100000"/>
      </a:lnSpc>
      <a:spcBef>
        <a:spcPts val="0"/>
      </a:spcBef>
      <a:spcAft>
        <a:spcPts val="0"/>
      </a:spcAft>
      <a:buClrTx/>
      <a:buSzTx/>
      <a:buFontTx/>
      <a:buNone/>
      <a:tabLst/>
      <a:defRPr kumimoji="0" sz="1400" b="0" i="0" u="none" strike="noStrike" cap="none" spc="0" normalizeH="0" baseline="0">
        <a:ln>
          <a:noFill/>
        </a:ln>
        <a:solidFill>
          <a:srgbClr val="000000"/>
        </a:solidFill>
        <a:effectLst/>
        <a:uFillTx/>
        <a:latin typeface="Times New Roman"/>
        <a:ea typeface="Times New Roman"/>
        <a:cs typeface="Times New Roman"/>
        <a:sym typeface="Times New Roman"/>
      </a:defRPr>
    </a:lvl7pPr>
    <a:lvl8pPr marL="0" marR="0" indent="0" algn="l" defTabSz="914400" rtl="0" fontAlgn="auto" latinLnBrk="0" hangingPunct="0">
      <a:lnSpc>
        <a:spcPct val="100000"/>
      </a:lnSpc>
      <a:spcBef>
        <a:spcPts val="0"/>
      </a:spcBef>
      <a:spcAft>
        <a:spcPts val="0"/>
      </a:spcAft>
      <a:buClrTx/>
      <a:buSzTx/>
      <a:buFontTx/>
      <a:buNone/>
      <a:tabLst/>
      <a:defRPr kumimoji="0" sz="1400" b="0" i="0" u="none" strike="noStrike" cap="none" spc="0" normalizeH="0" baseline="0">
        <a:ln>
          <a:noFill/>
        </a:ln>
        <a:solidFill>
          <a:srgbClr val="000000"/>
        </a:solidFill>
        <a:effectLst/>
        <a:uFillTx/>
        <a:latin typeface="Times New Roman"/>
        <a:ea typeface="Times New Roman"/>
        <a:cs typeface="Times New Roman"/>
        <a:sym typeface="Times New Roman"/>
      </a:defRPr>
    </a:lvl8pPr>
    <a:lvl9pPr marL="0" marR="0" indent="0" algn="l" defTabSz="914400" rtl="0" fontAlgn="auto" latinLnBrk="0" hangingPunct="0">
      <a:lnSpc>
        <a:spcPct val="100000"/>
      </a:lnSpc>
      <a:spcBef>
        <a:spcPts val="0"/>
      </a:spcBef>
      <a:spcAft>
        <a:spcPts val="0"/>
      </a:spcAft>
      <a:buClrTx/>
      <a:buSzTx/>
      <a:buFontTx/>
      <a:buNone/>
      <a:tabLst/>
      <a:defRPr kumimoji="0" sz="1400" b="0" i="0" u="none" strike="noStrike" cap="none" spc="0" normalizeH="0" baseline="0">
        <a:ln>
          <a:noFill/>
        </a:ln>
        <a:solidFill>
          <a:srgbClr val="000000"/>
        </a:solidFill>
        <a:effectLst/>
        <a:uFillTx/>
        <a:latin typeface="Times New Roman"/>
        <a:ea typeface="Times New Roman"/>
        <a:cs typeface="Times New Roman"/>
        <a:sym typeface="Times New Roman"/>
      </a:defRPr>
    </a:lvl9pPr>
  </p:defaultTextStyle>
  <p:extLst>
    <p:ext uri="{EFAFB233-063F-42B5-8137-9DF3F51BA10A}">
      <p15:sldGuideLst xmlns:p15="http://schemas.microsoft.com/office/powerpoint/2012/main">
        <p15:guide id="1" orient="horz" pos="2160" userDrawn="1">
          <p15:clr>
            <a:srgbClr val="A4A3A4"/>
          </p15:clr>
        </p15:guide>
        <p15:guide id="2" pos="3840"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AA022A"/>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66EA10CA-7E23-D5CE-4B55-AF17697702D3}" v="783" dt="2025-11-17T17:56:13.541"/>
  </p1510:revLst>
</p1510:revInfo>
</file>

<file path=ppt/tableStyles.xml><?xml version="1.0" encoding="utf-8"?>
<a:tblStyleLst xmlns:a="http://schemas.openxmlformats.org/drawingml/2006/main" def="{5940675A-B579-460E-94D1-54222C63F5DA}">
  <a:tblStyle styleId="{4C3C2611-4C71-4FC5-86AE-919BDF0F9419}" styleName="">
    <a:tblBg/>
    <a:wholeTbl>
      <a:tcTxStyle b="off" i="off">
        <a:fontRef idx="minor">
          <a:srgbClr val="000000"/>
        </a:fontRef>
        <a:srgbClr val="000000"/>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rgbClr val="E7F3F4"/>
          </a:solidFill>
        </a:fill>
      </a:tcStyle>
    </a:wholeTbl>
    <a:band2H>
      <a:tcTxStyle/>
      <a:tcStyle>
        <a:tcBdr/>
        <a:fill>
          <a:solidFill>
            <a:srgbClr val="F3F9FA"/>
          </a:solidFill>
        </a:fill>
      </a:tcStyle>
    </a:band2H>
    <a:firstCol>
      <a:tcTxStyle b="on" i="off">
        <a:fontRef idx="minor">
          <a:srgbClr val="FFFFFF"/>
        </a:fontRef>
        <a:srgbClr val="FFFFFF"/>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chemeClr val="accent1"/>
          </a:solidFill>
        </a:fill>
      </a:tcStyle>
    </a:firstCol>
    <a:lastRow>
      <a:tcTxStyle b="on" i="off">
        <a:fontRef idx="minor">
          <a:srgbClr val="FFFFFF"/>
        </a:fontRef>
        <a:srgbClr val="FFFFFF"/>
      </a:tcTxStyle>
      <a:tcStyle>
        <a:tcBdr>
          <a:left>
            <a:ln w="12700" cap="flat">
              <a:solidFill>
                <a:srgbClr val="FFFFFF"/>
              </a:solidFill>
              <a:prstDash val="solid"/>
              <a:round/>
            </a:ln>
          </a:left>
          <a:right>
            <a:ln w="12700" cap="flat">
              <a:solidFill>
                <a:srgbClr val="FFFFFF"/>
              </a:solidFill>
              <a:prstDash val="solid"/>
              <a:round/>
            </a:ln>
          </a:right>
          <a:top>
            <a:ln w="381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chemeClr val="accent1"/>
          </a:solidFill>
        </a:fill>
      </a:tcStyle>
    </a:lastRow>
    <a:firstRow>
      <a:tcTxStyle b="on" i="off">
        <a:fontRef idx="minor">
          <a:srgbClr val="FFFFFF"/>
        </a:fontRef>
        <a:srgbClr val="FFFFFF"/>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381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chemeClr val="accent1"/>
          </a:solidFill>
        </a:fill>
      </a:tcStyle>
    </a:firstRow>
  </a:tblStyle>
  <a:tblStyle styleId="{C7B018BB-80A7-4F77-B60F-C8B233D01FF8}" styleName="">
    <a:tblBg/>
    <a:wholeTbl>
      <a:tcTxStyle b="off" i="off">
        <a:fontRef idx="minor">
          <a:srgbClr val="000000"/>
        </a:fontRef>
        <a:srgbClr val="000000"/>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rgbClr val="DEE7D0"/>
          </a:solidFill>
        </a:fill>
      </a:tcStyle>
    </a:wholeTbl>
    <a:band2H>
      <a:tcTxStyle/>
      <a:tcStyle>
        <a:tcBdr/>
        <a:fill>
          <a:solidFill>
            <a:srgbClr val="EFF3E9"/>
          </a:solidFill>
        </a:fill>
      </a:tcStyle>
    </a:band2H>
    <a:firstCol>
      <a:tcTxStyle b="on" i="off">
        <a:fontRef idx="minor">
          <a:srgbClr val="FFFFFF"/>
        </a:fontRef>
        <a:srgbClr val="FFFFFF"/>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chemeClr val="accent3"/>
          </a:solidFill>
        </a:fill>
      </a:tcStyle>
    </a:firstCol>
    <a:lastRow>
      <a:tcTxStyle b="on" i="off">
        <a:fontRef idx="minor">
          <a:srgbClr val="FFFFFF"/>
        </a:fontRef>
        <a:srgbClr val="FFFFFF"/>
      </a:tcTxStyle>
      <a:tcStyle>
        <a:tcBdr>
          <a:left>
            <a:ln w="12700" cap="flat">
              <a:solidFill>
                <a:srgbClr val="FFFFFF"/>
              </a:solidFill>
              <a:prstDash val="solid"/>
              <a:round/>
            </a:ln>
          </a:left>
          <a:right>
            <a:ln w="12700" cap="flat">
              <a:solidFill>
                <a:srgbClr val="FFFFFF"/>
              </a:solidFill>
              <a:prstDash val="solid"/>
              <a:round/>
            </a:ln>
          </a:right>
          <a:top>
            <a:ln w="381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chemeClr val="accent3"/>
          </a:solidFill>
        </a:fill>
      </a:tcStyle>
    </a:lastRow>
    <a:firstRow>
      <a:tcTxStyle b="on" i="off">
        <a:fontRef idx="minor">
          <a:srgbClr val="FFFFFF"/>
        </a:fontRef>
        <a:srgbClr val="FFFFFF"/>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381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chemeClr val="accent3"/>
          </a:solidFill>
        </a:fill>
      </a:tcStyle>
    </a:firstRow>
  </a:tblStyle>
  <a:tblStyle styleId="{EEE7283C-3CF3-47DC-8721-378D4A62B228}" styleName="">
    <a:tblBg/>
    <a:wholeTbl>
      <a:tcTxStyle b="off" i="off">
        <a:fontRef idx="minor">
          <a:srgbClr val="000000"/>
        </a:fontRef>
        <a:srgbClr val="000000"/>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rgbClr val="FCDCCE"/>
          </a:solidFill>
        </a:fill>
      </a:tcStyle>
    </a:wholeTbl>
    <a:band2H>
      <a:tcTxStyle/>
      <a:tcStyle>
        <a:tcBdr/>
        <a:fill>
          <a:solidFill>
            <a:srgbClr val="FDEEE8"/>
          </a:solidFill>
        </a:fill>
      </a:tcStyle>
    </a:band2H>
    <a:firstCol>
      <a:tcTxStyle b="on" i="off">
        <a:fontRef idx="minor">
          <a:srgbClr val="FFFFFF"/>
        </a:fontRef>
        <a:srgbClr val="FFFFFF"/>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chemeClr val="accent6"/>
          </a:solidFill>
        </a:fill>
      </a:tcStyle>
    </a:firstCol>
    <a:lastRow>
      <a:tcTxStyle b="on" i="off">
        <a:fontRef idx="minor">
          <a:srgbClr val="FFFFFF"/>
        </a:fontRef>
        <a:srgbClr val="FFFFFF"/>
      </a:tcTxStyle>
      <a:tcStyle>
        <a:tcBdr>
          <a:left>
            <a:ln w="12700" cap="flat">
              <a:solidFill>
                <a:srgbClr val="FFFFFF"/>
              </a:solidFill>
              <a:prstDash val="solid"/>
              <a:round/>
            </a:ln>
          </a:left>
          <a:right>
            <a:ln w="12700" cap="flat">
              <a:solidFill>
                <a:srgbClr val="FFFFFF"/>
              </a:solidFill>
              <a:prstDash val="solid"/>
              <a:round/>
            </a:ln>
          </a:right>
          <a:top>
            <a:ln w="381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chemeClr val="accent6"/>
          </a:solidFill>
        </a:fill>
      </a:tcStyle>
    </a:lastRow>
    <a:firstRow>
      <a:tcTxStyle b="on" i="off">
        <a:fontRef idx="minor">
          <a:srgbClr val="FFFFFF"/>
        </a:fontRef>
        <a:srgbClr val="FFFFFF"/>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381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chemeClr val="accent6"/>
          </a:solidFill>
        </a:fill>
      </a:tcStyle>
    </a:firstRow>
  </a:tblStyle>
  <a:tblStyle styleId="{CF821DB8-F4EB-4A41-A1BA-3FCAFE7338EE}" styleName="">
    <a:tblBg/>
    <a:wholeTbl>
      <a:tcTxStyle b="off" i="off">
        <a:fontRef idx="minor">
          <a:srgbClr val="000000"/>
        </a:fontRef>
        <a:srgbClr val="000000"/>
      </a:tcTxStyle>
      <a:tcStyle>
        <a:tcBdr>
          <a:left>
            <a:ln w="12700" cap="flat">
              <a:noFill/>
              <a:miter lim="400000"/>
            </a:ln>
          </a:left>
          <a:right>
            <a:ln w="12700" cap="flat">
              <a:noFill/>
              <a:miter lim="400000"/>
            </a:ln>
          </a:right>
          <a:top>
            <a:ln w="12700" cap="flat">
              <a:noFill/>
              <a:miter lim="400000"/>
            </a:ln>
          </a:top>
          <a:bottom>
            <a:ln w="12700" cap="flat">
              <a:noFill/>
              <a:miter lim="400000"/>
            </a:ln>
          </a:bottom>
          <a:insideH>
            <a:ln w="12700" cap="flat">
              <a:noFill/>
              <a:miter lim="400000"/>
            </a:ln>
          </a:insideH>
          <a:insideV>
            <a:ln w="12700" cap="flat">
              <a:noFill/>
              <a:miter lim="400000"/>
            </a:ln>
          </a:insideV>
        </a:tcBdr>
        <a:fill>
          <a:solidFill>
            <a:srgbClr val="E6E6E6"/>
          </a:solidFill>
        </a:fill>
      </a:tcStyle>
    </a:wholeTbl>
    <a:band2H>
      <a:tcTxStyle/>
      <a:tcStyle>
        <a:tcBdr/>
        <a:fill>
          <a:solidFill>
            <a:srgbClr val="FFFFFF"/>
          </a:solidFill>
        </a:fill>
      </a:tcStyle>
    </a:band2H>
    <a:firstCol>
      <a:tcTxStyle b="on" i="off">
        <a:fontRef idx="minor">
          <a:srgbClr val="FFFFFF"/>
        </a:fontRef>
        <a:srgbClr val="FFFFFF"/>
      </a:tcTxStyle>
      <a:tcStyle>
        <a:tcBdr>
          <a:left>
            <a:ln w="12700" cap="flat">
              <a:noFill/>
              <a:miter lim="400000"/>
            </a:ln>
          </a:left>
          <a:right>
            <a:ln w="12700" cap="flat">
              <a:noFill/>
              <a:miter lim="400000"/>
            </a:ln>
          </a:right>
          <a:top>
            <a:ln w="12700" cap="flat">
              <a:noFill/>
              <a:miter lim="400000"/>
            </a:ln>
          </a:top>
          <a:bottom>
            <a:ln w="12700" cap="flat">
              <a:noFill/>
              <a:miter lim="400000"/>
            </a:ln>
          </a:bottom>
          <a:insideH>
            <a:ln w="12700" cap="flat">
              <a:noFill/>
              <a:miter lim="400000"/>
            </a:ln>
          </a:insideH>
          <a:insideV>
            <a:ln w="12700" cap="flat">
              <a:noFill/>
              <a:miter lim="400000"/>
            </a:ln>
          </a:insideV>
        </a:tcBdr>
        <a:fill>
          <a:solidFill>
            <a:schemeClr val="accent1"/>
          </a:solidFill>
        </a:fill>
      </a:tcStyle>
    </a:firstCol>
    <a:lastRow>
      <a:tcTxStyle b="on" i="off">
        <a:fontRef idx="minor">
          <a:srgbClr val="000000"/>
        </a:fontRef>
        <a:srgbClr val="000000"/>
      </a:tcTxStyle>
      <a:tcStyle>
        <a:tcBdr>
          <a:left>
            <a:ln w="12700" cap="flat">
              <a:noFill/>
              <a:miter lim="400000"/>
            </a:ln>
          </a:left>
          <a:right>
            <a:ln w="12700" cap="flat">
              <a:noFill/>
              <a:miter lim="400000"/>
            </a:ln>
          </a:right>
          <a:top>
            <a:ln w="50800" cap="flat">
              <a:solidFill>
                <a:srgbClr val="000000"/>
              </a:solidFill>
              <a:prstDash val="solid"/>
              <a:round/>
            </a:ln>
          </a:top>
          <a:bottom>
            <a:ln w="25400" cap="flat">
              <a:solidFill>
                <a:srgbClr val="000000"/>
              </a:solidFill>
              <a:prstDash val="solid"/>
              <a:round/>
            </a:ln>
          </a:bottom>
          <a:insideH>
            <a:ln w="12700" cap="flat">
              <a:noFill/>
              <a:miter lim="400000"/>
            </a:ln>
          </a:insideH>
          <a:insideV>
            <a:ln w="12700" cap="flat">
              <a:noFill/>
              <a:miter lim="400000"/>
            </a:ln>
          </a:insideV>
        </a:tcBdr>
        <a:fill>
          <a:solidFill>
            <a:srgbClr val="FFFFFF"/>
          </a:solidFill>
        </a:fill>
      </a:tcStyle>
    </a:lastRow>
    <a:firstRow>
      <a:tcTxStyle b="on" i="off">
        <a:fontRef idx="minor">
          <a:srgbClr val="FFFFFF"/>
        </a:fontRef>
        <a:srgbClr val="FFFFFF"/>
      </a:tcTxStyle>
      <a:tcStyle>
        <a:tcBdr>
          <a:left>
            <a:ln w="12700" cap="flat">
              <a:noFill/>
              <a:miter lim="400000"/>
            </a:ln>
          </a:left>
          <a:right>
            <a:ln w="12700" cap="flat">
              <a:noFill/>
              <a:miter lim="400000"/>
            </a:ln>
          </a:right>
          <a:top>
            <a:ln w="25400" cap="flat">
              <a:solidFill>
                <a:srgbClr val="000000"/>
              </a:solidFill>
              <a:prstDash val="solid"/>
              <a:round/>
            </a:ln>
          </a:top>
          <a:bottom>
            <a:ln w="25400" cap="flat">
              <a:solidFill>
                <a:srgbClr val="000000"/>
              </a:solidFill>
              <a:prstDash val="solid"/>
              <a:round/>
            </a:ln>
          </a:bottom>
          <a:insideH>
            <a:ln w="12700" cap="flat">
              <a:noFill/>
              <a:miter lim="400000"/>
            </a:ln>
          </a:insideH>
          <a:insideV>
            <a:ln w="12700" cap="flat">
              <a:noFill/>
              <a:miter lim="400000"/>
            </a:ln>
          </a:insideV>
        </a:tcBdr>
        <a:fill>
          <a:solidFill>
            <a:schemeClr val="accent1"/>
          </a:solidFill>
        </a:fill>
      </a:tcStyle>
    </a:firstRow>
  </a:tblStyle>
  <a:tblStyle styleId="{33BA23B1-9221-436E-865A-0063620EA4FD}" styleName="">
    <a:tblBg/>
    <a:wholeTbl>
      <a:tcTxStyle b="off" i="off">
        <a:fontRef idx="minor">
          <a:srgbClr val="000000"/>
        </a:fontRef>
        <a:srgbClr val="000000"/>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rgbClr val="CACACA"/>
          </a:solidFill>
        </a:fill>
      </a:tcStyle>
    </a:wholeTbl>
    <a:band2H>
      <a:tcTxStyle/>
      <a:tcStyle>
        <a:tcBdr/>
        <a:fill>
          <a:solidFill>
            <a:srgbClr val="E6E6E6"/>
          </a:solidFill>
        </a:fill>
      </a:tcStyle>
    </a:band2H>
    <a:firstCol>
      <a:tcTxStyle b="on" i="off">
        <a:fontRef idx="minor">
          <a:srgbClr val="FFFFFF"/>
        </a:fontRef>
        <a:srgbClr val="FFFFFF"/>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rgbClr val="000000"/>
          </a:solidFill>
        </a:fill>
      </a:tcStyle>
    </a:firstCol>
    <a:lastRow>
      <a:tcTxStyle b="on" i="off">
        <a:fontRef idx="minor">
          <a:srgbClr val="FFFFFF"/>
        </a:fontRef>
        <a:srgbClr val="FFFFFF"/>
      </a:tcTxStyle>
      <a:tcStyle>
        <a:tcBdr>
          <a:left>
            <a:ln w="12700" cap="flat">
              <a:solidFill>
                <a:srgbClr val="FFFFFF"/>
              </a:solidFill>
              <a:prstDash val="solid"/>
              <a:round/>
            </a:ln>
          </a:left>
          <a:right>
            <a:ln w="12700" cap="flat">
              <a:solidFill>
                <a:srgbClr val="FFFFFF"/>
              </a:solidFill>
              <a:prstDash val="solid"/>
              <a:round/>
            </a:ln>
          </a:right>
          <a:top>
            <a:ln w="381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rgbClr val="000000"/>
          </a:solidFill>
        </a:fill>
      </a:tcStyle>
    </a:lastRow>
    <a:firstRow>
      <a:tcTxStyle b="on" i="off">
        <a:fontRef idx="minor">
          <a:srgbClr val="FFFFFF"/>
        </a:fontRef>
        <a:srgbClr val="FFFFFF"/>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381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rgbClr val="000000"/>
          </a:solidFill>
        </a:fill>
      </a:tcStyle>
    </a:firstRow>
  </a:tblStyle>
  <a:tblStyle styleId="{2708684C-4D16-4618-839F-0558EEFCDFE6}" styleName="">
    <a:tblBg/>
    <a:wholeTbl>
      <a:tcTxStyle b="off" i="off">
        <a:fontRef idx="minor">
          <a:srgbClr val="000000"/>
        </a:fontRef>
        <a:srgbClr val="000000"/>
      </a:tcTxStyle>
      <a:tcStyle>
        <a:tcBdr>
          <a:left>
            <a:ln w="12700" cap="flat">
              <a:solidFill>
                <a:srgbClr val="000000"/>
              </a:solidFill>
              <a:prstDash val="solid"/>
              <a:round/>
            </a:ln>
          </a:left>
          <a:right>
            <a:ln w="12700" cap="flat">
              <a:solidFill>
                <a:srgbClr val="000000"/>
              </a:solidFill>
              <a:prstDash val="solid"/>
              <a:round/>
            </a:ln>
          </a:right>
          <a:top>
            <a:ln w="12700" cap="flat">
              <a:solidFill>
                <a:srgbClr val="000000"/>
              </a:solidFill>
              <a:prstDash val="solid"/>
              <a:round/>
            </a:ln>
          </a:top>
          <a:bottom>
            <a:ln w="12700" cap="flat">
              <a:solidFill>
                <a:srgbClr val="000000"/>
              </a:solidFill>
              <a:prstDash val="solid"/>
              <a:round/>
            </a:ln>
          </a:bottom>
          <a:insideH>
            <a:ln w="12700" cap="flat">
              <a:solidFill>
                <a:srgbClr val="000000"/>
              </a:solidFill>
              <a:prstDash val="solid"/>
              <a:round/>
            </a:ln>
          </a:insideH>
          <a:insideV>
            <a:ln w="12700" cap="flat">
              <a:solidFill>
                <a:srgbClr val="000000"/>
              </a:solidFill>
              <a:prstDash val="solid"/>
              <a:round/>
            </a:ln>
          </a:insideV>
        </a:tcBdr>
        <a:fill>
          <a:solidFill>
            <a:srgbClr val="000000">
              <a:alpha val="20000"/>
            </a:srgbClr>
          </a:solidFill>
        </a:fill>
      </a:tcStyle>
    </a:wholeTbl>
    <a:band2H>
      <a:tcTxStyle/>
      <a:tcStyle>
        <a:tcBdr/>
        <a:fill>
          <a:solidFill>
            <a:srgbClr val="FFFFFF"/>
          </a:solidFill>
        </a:fill>
      </a:tcStyle>
    </a:band2H>
    <a:firstCol>
      <a:tcTxStyle b="on" i="off">
        <a:fontRef idx="minor">
          <a:srgbClr val="000000"/>
        </a:fontRef>
        <a:srgbClr val="000000"/>
      </a:tcTxStyle>
      <a:tcStyle>
        <a:tcBdr>
          <a:left>
            <a:ln w="12700" cap="flat">
              <a:solidFill>
                <a:srgbClr val="000000"/>
              </a:solidFill>
              <a:prstDash val="solid"/>
              <a:round/>
            </a:ln>
          </a:left>
          <a:right>
            <a:ln w="12700" cap="flat">
              <a:solidFill>
                <a:srgbClr val="000000"/>
              </a:solidFill>
              <a:prstDash val="solid"/>
              <a:round/>
            </a:ln>
          </a:right>
          <a:top>
            <a:ln w="12700" cap="flat">
              <a:solidFill>
                <a:srgbClr val="000000"/>
              </a:solidFill>
              <a:prstDash val="solid"/>
              <a:round/>
            </a:ln>
          </a:top>
          <a:bottom>
            <a:ln w="12700" cap="flat">
              <a:solidFill>
                <a:srgbClr val="000000"/>
              </a:solidFill>
              <a:prstDash val="solid"/>
              <a:round/>
            </a:ln>
          </a:bottom>
          <a:insideH>
            <a:ln w="12700" cap="flat">
              <a:solidFill>
                <a:srgbClr val="000000"/>
              </a:solidFill>
              <a:prstDash val="solid"/>
              <a:round/>
            </a:ln>
          </a:insideH>
          <a:insideV>
            <a:ln w="12700" cap="flat">
              <a:solidFill>
                <a:srgbClr val="000000"/>
              </a:solidFill>
              <a:prstDash val="solid"/>
              <a:round/>
            </a:ln>
          </a:insideV>
        </a:tcBdr>
        <a:fill>
          <a:solidFill>
            <a:srgbClr val="000000">
              <a:alpha val="20000"/>
            </a:srgbClr>
          </a:solidFill>
        </a:fill>
      </a:tcStyle>
    </a:firstCol>
    <a:lastRow>
      <a:tcTxStyle b="on" i="off">
        <a:fontRef idx="minor">
          <a:srgbClr val="000000"/>
        </a:fontRef>
        <a:srgbClr val="000000"/>
      </a:tcTxStyle>
      <a:tcStyle>
        <a:tcBdr>
          <a:left>
            <a:ln w="12700" cap="flat">
              <a:solidFill>
                <a:srgbClr val="000000"/>
              </a:solidFill>
              <a:prstDash val="solid"/>
              <a:round/>
            </a:ln>
          </a:left>
          <a:right>
            <a:ln w="12700" cap="flat">
              <a:solidFill>
                <a:srgbClr val="000000"/>
              </a:solidFill>
              <a:prstDash val="solid"/>
              <a:round/>
            </a:ln>
          </a:right>
          <a:top>
            <a:ln w="50800" cap="flat">
              <a:solidFill>
                <a:srgbClr val="000000"/>
              </a:solidFill>
              <a:prstDash val="solid"/>
              <a:round/>
            </a:ln>
          </a:top>
          <a:bottom>
            <a:ln w="12700" cap="flat">
              <a:solidFill>
                <a:srgbClr val="000000"/>
              </a:solidFill>
              <a:prstDash val="solid"/>
              <a:round/>
            </a:ln>
          </a:bottom>
          <a:insideH>
            <a:ln w="12700" cap="flat">
              <a:solidFill>
                <a:srgbClr val="000000"/>
              </a:solidFill>
              <a:prstDash val="solid"/>
              <a:round/>
            </a:ln>
          </a:insideH>
          <a:insideV>
            <a:ln w="12700" cap="flat">
              <a:solidFill>
                <a:srgbClr val="000000"/>
              </a:solidFill>
              <a:prstDash val="solid"/>
              <a:round/>
            </a:ln>
          </a:insideV>
        </a:tcBdr>
        <a:fill>
          <a:noFill/>
        </a:fill>
      </a:tcStyle>
    </a:lastRow>
    <a:firstRow>
      <a:tcTxStyle b="on" i="off">
        <a:fontRef idx="minor">
          <a:srgbClr val="000000"/>
        </a:fontRef>
        <a:srgbClr val="000000"/>
      </a:tcTxStyle>
      <a:tcStyle>
        <a:tcBdr>
          <a:left>
            <a:ln w="12700" cap="flat">
              <a:solidFill>
                <a:srgbClr val="000000"/>
              </a:solidFill>
              <a:prstDash val="solid"/>
              <a:round/>
            </a:ln>
          </a:left>
          <a:right>
            <a:ln w="12700" cap="flat">
              <a:solidFill>
                <a:srgbClr val="000000"/>
              </a:solidFill>
              <a:prstDash val="solid"/>
              <a:round/>
            </a:ln>
          </a:right>
          <a:top>
            <a:ln w="12700" cap="flat">
              <a:solidFill>
                <a:srgbClr val="000000"/>
              </a:solidFill>
              <a:prstDash val="solid"/>
              <a:round/>
            </a:ln>
          </a:top>
          <a:bottom>
            <a:ln w="25400" cap="flat">
              <a:solidFill>
                <a:srgbClr val="000000"/>
              </a:solidFill>
              <a:prstDash val="solid"/>
              <a:round/>
            </a:ln>
          </a:bottom>
          <a:insideH>
            <a:ln w="12700" cap="flat">
              <a:solidFill>
                <a:srgbClr val="000000"/>
              </a:solidFill>
              <a:prstDash val="solid"/>
              <a:round/>
            </a:ln>
          </a:insideH>
          <a:insideV>
            <a:ln w="12700" cap="flat">
              <a:solidFill>
                <a:srgbClr val="000000"/>
              </a:solidFill>
              <a:prstDash val="solid"/>
              <a:round/>
            </a:ln>
          </a:insideV>
        </a:tcBdr>
        <a:fill>
          <a:noFill/>
        </a:fill>
      </a:tcStyle>
    </a:firstRow>
  </a:tblStyle>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 styleId="{5940675A-B579-460E-94D1-54222C63F5DA}" styleName="No Style, Table Grid">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 styleId="{284E427A-3D55-4303-BF80-6455036E1DE7}" styleName="Themed Style 1 - Accent 2">
    <a:tblBg>
      <a:fillRef idx="2">
        <a:schemeClr val="accent2"/>
      </a:fillRef>
      <a:effectRef idx="1">
        <a:schemeClr val="accent2"/>
      </a:effectRef>
    </a:tblBg>
    <a:wholeTbl>
      <a:tcTxStyle>
        <a:fontRef idx="minor">
          <a:scrgbClr r="0" g="0" b="0"/>
        </a:fontRef>
        <a:schemeClr val="dk1"/>
      </a:tcTxStyle>
      <a:tcStyle>
        <a:tcBdr>
          <a:left>
            <a:lnRef idx="1">
              <a:schemeClr val="accent2"/>
            </a:lnRef>
          </a:left>
          <a:right>
            <a:lnRef idx="1">
              <a:schemeClr val="accent2"/>
            </a:lnRef>
          </a:right>
          <a:top>
            <a:lnRef idx="1">
              <a:schemeClr val="accent2"/>
            </a:lnRef>
          </a:top>
          <a:bottom>
            <a:lnRef idx="1">
              <a:schemeClr val="accent2"/>
            </a:lnRef>
          </a:bottom>
          <a:insideH>
            <a:lnRef idx="1">
              <a:schemeClr val="accent2"/>
            </a:lnRef>
          </a:insideH>
          <a:insideV>
            <a:lnRef idx="1">
              <a:schemeClr val="accent2"/>
            </a:lnRef>
          </a:insideV>
        </a:tcBdr>
        <a:fill>
          <a:noFill/>
        </a:fill>
      </a:tcStyle>
    </a:wholeTbl>
    <a:band1H>
      <a:tcStyle>
        <a:tcBdr/>
        <a:fill>
          <a:solidFill>
            <a:schemeClr val="accent2">
              <a:alpha val="40000"/>
            </a:schemeClr>
          </a:solidFill>
        </a:fill>
      </a:tcStyle>
    </a:band1H>
    <a:band2H>
      <a:tcStyle>
        <a:tcBdr/>
      </a:tcStyle>
    </a:band2H>
    <a:band1V>
      <a:tcStyle>
        <a:tcBdr>
          <a:top>
            <a:lnRef idx="1">
              <a:schemeClr val="accent2"/>
            </a:lnRef>
          </a:top>
          <a:bottom>
            <a:lnRef idx="1">
              <a:schemeClr val="accent2"/>
            </a:lnRef>
          </a:bottom>
        </a:tcBdr>
        <a:fill>
          <a:solidFill>
            <a:schemeClr val="accent2">
              <a:alpha val="40000"/>
            </a:schemeClr>
          </a:solidFill>
        </a:fill>
      </a:tcStyle>
    </a:band1V>
    <a:band2V>
      <a:tcStyle>
        <a:tcBdr/>
      </a:tcStyle>
    </a:band2V>
    <a:lastCol>
      <a:tcTxStyle b="on"/>
      <a:tcStyle>
        <a:tcBdr>
          <a:left>
            <a:lnRef idx="2">
              <a:schemeClr val="accent2"/>
            </a:lnRef>
          </a:left>
          <a:right>
            <a:lnRef idx="1">
              <a:schemeClr val="accent2"/>
            </a:lnRef>
          </a:right>
          <a:top>
            <a:lnRef idx="1">
              <a:schemeClr val="accent2"/>
            </a:lnRef>
          </a:top>
          <a:bottom>
            <a:lnRef idx="1">
              <a:schemeClr val="accent2"/>
            </a:lnRef>
          </a:bottom>
          <a:insideH>
            <a:lnRef idx="1">
              <a:schemeClr val="accent2"/>
            </a:lnRef>
          </a:insideH>
          <a:insideV>
            <a:ln>
              <a:noFill/>
            </a:ln>
          </a:insideV>
        </a:tcBdr>
      </a:tcStyle>
    </a:lastCol>
    <a:firstCol>
      <a:tcTxStyle b="on"/>
      <a:tcStyle>
        <a:tcBdr>
          <a:left>
            <a:lnRef idx="1">
              <a:schemeClr val="accent2"/>
            </a:lnRef>
          </a:left>
          <a:right>
            <a:lnRef idx="2">
              <a:schemeClr val="accent2"/>
            </a:lnRef>
          </a:right>
          <a:top>
            <a:lnRef idx="1">
              <a:schemeClr val="accent2"/>
            </a:lnRef>
          </a:top>
          <a:bottom>
            <a:lnRef idx="1">
              <a:schemeClr val="accent2"/>
            </a:lnRef>
          </a:bottom>
          <a:insideH>
            <a:lnRef idx="1">
              <a:schemeClr val="accent2"/>
            </a:lnRef>
          </a:insideH>
          <a:insideV>
            <a:ln>
              <a:noFill/>
            </a:ln>
          </a:insideV>
        </a:tcBdr>
      </a:tcStyle>
    </a:firstCol>
    <a:lastRow>
      <a:tcTxStyle b="on"/>
      <a:tcStyle>
        <a:tcBdr>
          <a:left>
            <a:lnRef idx="1">
              <a:schemeClr val="accent2"/>
            </a:lnRef>
          </a:left>
          <a:right>
            <a:lnRef idx="1">
              <a:schemeClr val="accent2"/>
            </a:lnRef>
          </a:right>
          <a:top>
            <a:lnRef idx="2">
              <a:schemeClr val="accent2"/>
            </a:lnRef>
          </a:top>
          <a:bottom>
            <a:lnRef idx="2">
              <a:schemeClr val="accent2"/>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2"/>
            </a:lnRef>
          </a:left>
          <a:right>
            <a:lnRef idx="1">
              <a:schemeClr val="accent2"/>
            </a:lnRef>
          </a:right>
          <a:top>
            <a:lnRef idx="1">
              <a:schemeClr val="accent2"/>
            </a:lnRef>
          </a:top>
          <a:bottom>
            <a:lnRef idx="2">
              <a:schemeClr val="lt1"/>
            </a:lnRef>
          </a:bottom>
          <a:insideH>
            <a:ln>
              <a:noFill/>
            </a:ln>
          </a:insideH>
          <a:insideV>
            <a:ln>
              <a:noFill/>
            </a:ln>
          </a:insideV>
        </a:tcBdr>
        <a:fill>
          <a:solidFill>
            <a:schemeClr val="accent2"/>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4996" autoAdjust="0"/>
    <p:restoredTop sz="93020" autoAdjust="0"/>
  </p:normalViewPr>
  <p:slideViewPr>
    <p:cSldViewPr snapToGrid="0">
      <p:cViewPr varScale="1">
        <p:scale>
          <a:sx n="59" d="100"/>
          <a:sy n="59" d="100"/>
        </p:scale>
        <p:origin x="964" y="48"/>
      </p:cViewPr>
      <p:guideLst>
        <p:guide orient="horz" pos="2160"/>
        <p:guide pos="3840"/>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21" Type="http://schemas.openxmlformats.org/officeDocument/2006/relationships/slide" Target="slides/slide20.xml"/><Relationship Id="rId34" Type="http://schemas.openxmlformats.org/officeDocument/2006/relationships/viewProps" Target="viewProp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presProps" Target="presProp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notesMaster" Target="notesMasters/notesMaster1.xml"/><Relationship Id="rId37" Type="http://schemas.microsoft.com/office/2015/10/relationships/revisionInfo" Target="revisionInfo.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tableStyles" Target="tableStyles.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theme" Target="theme/theme1.xml"/><Relationship Id="rId8" Type="http://schemas.openxmlformats.org/officeDocument/2006/relationships/slide" Target="slides/slide7.xml"/><Relationship Id="rId3" Type="http://schemas.openxmlformats.org/officeDocument/2006/relationships/slide" Target="slides/slide2.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126" name="Shape 126"/>
          <p:cNvSpPr>
            <a:spLocks noGrp="1" noRot="1" noChangeAspect="1"/>
          </p:cNvSpPr>
          <p:nvPr>
            <p:ph type="sldImg"/>
          </p:nvPr>
        </p:nvSpPr>
        <p:spPr>
          <a:xfrm>
            <a:off x="381000" y="685800"/>
            <a:ext cx="6096000" cy="3429000"/>
          </a:xfrm>
          <a:prstGeom prst="rect">
            <a:avLst/>
          </a:prstGeom>
        </p:spPr>
        <p:txBody>
          <a:bodyPr/>
          <a:lstStyle/>
          <a:p>
            <a:endParaRPr/>
          </a:p>
        </p:txBody>
      </p:sp>
      <p:sp>
        <p:nvSpPr>
          <p:cNvPr id="127" name="Shape 127"/>
          <p:cNvSpPr>
            <a:spLocks noGrp="1"/>
          </p:cNvSpPr>
          <p:nvPr>
            <p:ph type="body" sz="quarter" idx="1"/>
          </p:nvPr>
        </p:nvSpPr>
        <p:spPr>
          <a:xfrm>
            <a:off x="914400" y="4343400"/>
            <a:ext cx="5029200" cy="4114800"/>
          </a:xfrm>
          <a:prstGeom prst="rect">
            <a:avLst/>
          </a:prstGeom>
        </p:spPr>
        <p:txBody>
          <a:bodyPr/>
          <a:lstStyle/>
          <a:p>
            <a:endParaRPr/>
          </a:p>
        </p:txBody>
      </p:sp>
    </p:spTree>
    <p:extLst>
      <p:ext uri="{BB962C8B-B14F-4D97-AF65-F5344CB8AC3E}">
        <p14:creationId xmlns:p14="http://schemas.microsoft.com/office/powerpoint/2010/main" val="2477739982"/>
      </p:ext>
    </p:extLst>
  </p:cSld>
  <p:clrMap bg1="lt1" tx1="dk1" bg2="lt2" tx2="dk2" accent1="accent1" accent2="accent2" accent3="accent3" accent4="accent4" accent5="accent5" accent6="accent6" hlink="hlink" folHlink="folHlink"/>
  <p:notesStyle>
    <a:lvl1pPr latinLnBrk="0">
      <a:spcBef>
        <a:spcPts val="400"/>
      </a:spcBef>
      <a:defRPr sz="1200">
        <a:latin typeface="+mn-lt"/>
        <a:ea typeface="+mn-ea"/>
        <a:cs typeface="+mn-cs"/>
        <a:sym typeface="Arial"/>
      </a:defRPr>
    </a:lvl1pPr>
    <a:lvl2pPr indent="228600" latinLnBrk="0">
      <a:spcBef>
        <a:spcPts val="400"/>
      </a:spcBef>
      <a:defRPr sz="1200">
        <a:latin typeface="+mn-lt"/>
        <a:ea typeface="+mn-ea"/>
        <a:cs typeface="+mn-cs"/>
        <a:sym typeface="Arial"/>
      </a:defRPr>
    </a:lvl2pPr>
    <a:lvl3pPr indent="457200" latinLnBrk="0">
      <a:spcBef>
        <a:spcPts val="400"/>
      </a:spcBef>
      <a:defRPr sz="1200">
        <a:latin typeface="+mn-lt"/>
        <a:ea typeface="+mn-ea"/>
        <a:cs typeface="+mn-cs"/>
        <a:sym typeface="Arial"/>
      </a:defRPr>
    </a:lvl3pPr>
    <a:lvl4pPr indent="685800" latinLnBrk="0">
      <a:spcBef>
        <a:spcPts val="400"/>
      </a:spcBef>
      <a:defRPr sz="1200">
        <a:latin typeface="+mn-lt"/>
        <a:ea typeface="+mn-ea"/>
        <a:cs typeface="+mn-cs"/>
        <a:sym typeface="Arial"/>
      </a:defRPr>
    </a:lvl4pPr>
    <a:lvl5pPr indent="914400" latinLnBrk="0">
      <a:spcBef>
        <a:spcPts val="400"/>
      </a:spcBef>
      <a:defRPr sz="1200">
        <a:latin typeface="+mn-lt"/>
        <a:ea typeface="+mn-ea"/>
        <a:cs typeface="+mn-cs"/>
        <a:sym typeface="Arial"/>
      </a:defRPr>
    </a:lvl5pPr>
    <a:lvl6pPr indent="1143000" latinLnBrk="0">
      <a:spcBef>
        <a:spcPts val="400"/>
      </a:spcBef>
      <a:defRPr sz="1200">
        <a:latin typeface="+mn-lt"/>
        <a:ea typeface="+mn-ea"/>
        <a:cs typeface="+mn-cs"/>
        <a:sym typeface="Arial"/>
      </a:defRPr>
    </a:lvl6pPr>
    <a:lvl7pPr indent="1371600" latinLnBrk="0">
      <a:spcBef>
        <a:spcPts val="400"/>
      </a:spcBef>
      <a:defRPr sz="1200">
        <a:latin typeface="+mn-lt"/>
        <a:ea typeface="+mn-ea"/>
        <a:cs typeface="+mn-cs"/>
        <a:sym typeface="Arial"/>
      </a:defRPr>
    </a:lvl7pPr>
    <a:lvl8pPr indent="1600200" latinLnBrk="0">
      <a:spcBef>
        <a:spcPts val="400"/>
      </a:spcBef>
      <a:defRPr sz="1200">
        <a:latin typeface="+mn-lt"/>
        <a:ea typeface="+mn-ea"/>
        <a:cs typeface="+mn-cs"/>
        <a:sym typeface="Arial"/>
      </a:defRPr>
    </a:lvl8pPr>
    <a:lvl9pPr indent="1828800" latinLnBrk="0">
      <a:spcBef>
        <a:spcPts val="400"/>
      </a:spcBef>
      <a:defRPr sz="1200">
        <a:latin typeface="+mn-lt"/>
        <a:ea typeface="+mn-ea"/>
        <a:cs typeface="+mn-cs"/>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txBody>
          <a:bodyPr/>
          <a:lstStyle/>
          <a:p>
            <a:endParaRPr lang="en-IN"/>
          </a:p>
        </p:txBody>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8DB350FE-8016-4072-9530-04FB546F7531}" type="slidenum">
              <a:rPr kumimoji="0" lang="en-IN"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2</a:t>
            </a:fld>
            <a:endParaRPr kumimoji="0" lang="en-IN"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2918371916"/>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txBody>
          <a:bodyPr/>
          <a:lstStyle/>
          <a:p>
            <a:endParaRPr lang="en-IN"/>
          </a:p>
        </p:txBody>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8DB350FE-8016-4072-9530-04FB546F7531}" type="slidenum">
              <a:rPr kumimoji="0" lang="en-IN"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3</a:t>
            </a:fld>
            <a:endParaRPr kumimoji="0" lang="en-IN"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3987386599"/>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09E6767-173D-F918-80D5-2DE931B4AE6D}"/>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D080A0C4-3B1A-5B98-9CF8-779913942295}"/>
              </a:ext>
            </a:extLst>
          </p:cNvPr>
          <p:cNvSpPr>
            <a:spLocks noGrp="1" noRot="1" noChangeAspect="1"/>
          </p:cNvSpPr>
          <p:nvPr>
            <p:ph type="sldImg"/>
          </p:nvPr>
        </p:nvSpPr>
        <p:spPr>
          <a:xfrm>
            <a:off x="381000" y="685800"/>
            <a:ext cx="6096000" cy="3429000"/>
          </a:xfrm>
        </p:spPr>
        <p:txBody>
          <a:bodyPr/>
          <a:lstStyle/>
          <a:p>
            <a:endParaRPr lang="en-IN"/>
          </a:p>
        </p:txBody>
      </p:sp>
      <p:sp>
        <p:nvSpPr>
          <p:cNvPr id="3" name="Notes Placeholder 2">
            <a:extLst>
              <a:ext uri="{FF2B5EF4-FFF2-40B4-BE49-F238E27FC236}">
                <a16:creationId xmlns:a16="http://schemas.microsoft.com/office/drawing/2014/main" id="{D439F288-F7ED-15BD-5510-534943AC5202}"/>
              </a:ext>
            </a:extLst>
          </p:cNvPr>
          <p:cNvSpPr>
            <a:spLocks noGrp="1"/>
          </p:cNvSpPr>
          <p:nvPr>
            <p:ph type="body" idx="1"/>
          </p:nvPr>
        </p:nvSpPr>
        <p:spPr/>
        <p:txBody>
          <a:bodyPr/>
          <a:lstStyle/>
          <a:p>
            <a:endParaRPr lang="en-IN" dirty="0"/>
          </a:p>
        </p:txBody>
      </p:sp>
      <p:sp>
        <p:nvSpPr>
          <p:cNvPr id="4" name="Slide Number Placeholder 3">
            <a:extLst>
              <a:ext uri="{FF2B5EF4-FFF2-40B4-BE49-F238E27FC236}">
                <a16:creationId xmlns:a16="http://schemas.microsoft.com/office/drawing/2014/main" id="{C0EF0C72-69BC-C5D3-E896-C57C851544D8}"/>
              </a:ext>
            </a:extLst>
          </p:cNvPr>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8DB350FE-8016-4072-9530-04FB546F7531}" type="slidenum">
              <a:rPr kumimoji="0" lang="en-IN"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4</a:t>
            </a:fld>
            <a:endParaRPr kumimoji="0" lang="en-IN"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3761814742"/>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623CD1B-AA74-2852-DE2B-8920B9BCF038}"/>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87FBC471-8D5B-DA6A-1EB4-7B3D2E96F7EA}"/>
              </a:ext>
            </a:extLst>
          </p:cNvPr>
          <p:cNvSpPr>
            <a:spLocks noGrp="1" noRot="1" noChangeAspect="1"/>
          </p:cNvSpPr>
          <p:nvPr>
            <p:ph type="sldImg"/>
          </p:nvPr>
        </p:nvSpPr>
        <p:spPr>
          <a:xfrm>
            <a:off x="381000" y="685800"/>
            <a:ext cx="6096000" cy="3429000"/>
          </a:xfrm>
        </p:spPr>
        <p:txBody>
          <a:bodyPr/>
          <a:lstStyle/>
          <a:p>
            <a:endParaRPr lang="en-IN"/>
          </a:p>
        </p:txBody>
      </p:sp>
      <p:sp>
        <p:nvSpPr>
          <p:cNvPr id="3" name="Notes Placeholder 2">
            <a:extLst>
              <a:ext uri="{FF2B5EF4-FFF2-40B4-BE49-F238E27FC236}">
                <a16:creationId xmlns:a16="http://schemas.microsoft.com/office/drawing/2014/main" id="{B89EA3FF-8BCA-A357-D85E-A90EC9B75991}"/>
              </a:ext>
            </a:extLst>
          </p:cNvPr>
          <p:cNvSpPr>
            <a:spLocks noGrp="1"/>
          </p:cNvSpPr>
          <p:nvPr>
            <p:ph type="body" idx="1"/>
          </p:nvPr>
        </p:nvSpPr>
        <p:spPr/>
        <p:txBody>
          <a:bodyPr/>
          <a:lstStyle/>
          <a:p>
            <a:endParaRPr lang="en-IN" dirty="0"/>
          </a:p>
        </p:txBody>
      </p:sp>
      <p:sp>
        <p:nvSpPr>
          <p:cNvPr id="4" name="Slide Number Placeholder 3">
            <a:extLst>
              <a:ext uri="{FF2B5EF4-FFF2-40B4-BE49-F238E27FC236}">
                <a16:creationId xmlns:a16="http://schemas.microsoft.com/office/drawing/2014/main" id="{BA35F26F-0CBE-4A4F-D93E-F4B70223B1C3}"/>
              </a:ext>
            </a:extLst>
          </p:cNvPr>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8DB350FE-8016-4072-9530-04FB546F7531}" type="slidenum">
              <a:rPr kumimoji="0" lang="en-IN"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5</a:t>
            </a:fld>
            <a:endParaRPr kumimoji="0" lang="en-IN"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2906201056"/>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txBody>
          <a:bodyPr/>
          <a:lstStyle/>
          <a:p>
            <a:endParaRPr lang="en-IN"/>
          </a:p>
        </p:txBody>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8DB350FE-8016-4072-9530-04FB546F7531}" type="slidenum">
              <a:rPr kumimoji="0" lang="en-IN"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6</a:t>
            </a:fld>
            <a:endParaRPr kumimoji="0" lang="en-IN"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4128817336"/>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txBody>
          <a:bodyPr/>
          <a:lstStyle/>
          <a:p>
            <a:endParaRPr lang="en-IN"/>
          </a:p>
        </p:txBody>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8DB350FE-8016-4072-9530-04FB546F7531}" type="slidenum">
              <a:rPr kumimoji="0" lang="en-IN"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7</a:t>
            </a:fld>
            <a:endParaRPr kumimoji="0" lang="en-IN"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4293669974"/>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txBody>
          <a:bodyPr/>
          <a:lstStyle/>
          <a:p>
            <a:endParaRPr lang="en-IN"/>
          </a:p>
        </p:txBody>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8DB350FE-8016-4072-9530-04FB546F7531}" type="slidenum">
              <a:rPr kumimoji="0" lang="en-IN"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8</a:t>
            </a:fld>
            <a:endParaRPr kumimoji="0" lang="en-IN"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1191143462"/>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EF477BB-1B53-B6F4-F309-809AB14E54F8}"/>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A1A9E9B1-6E50-828A-B980-B443FAFFA8FC}"/>
              </a:ext>
            </a:extLst>
          </p:cNvPr>
          <p:cNvSpPr>
            <a:spLocks noGrp="1" noRot="1" noChangeAspect="1"/>
          </p:cNvSpPr>
          <p:nvPr>
            <p:ph type="sldImg"/>
          </p:nvPr>
        </p:nvSpPr>
        <p:spPr>
          <a:xfrm>
            <a:off x="381000" y="685800"/>
            <a:ext cx="6096000" cy="3429000"/>
          </a:xfrm>
        </p:spPr>
        <p:txBody>
          <a:bodyPr/>
          <a:lstStyle/>
          <a:p>
            <a:endParaRPr lang="en-IN"/>
          </a:p>
        </p:txBody>
      </p:sp>
      <p:sp>
        <p:nvSpPr>
          <p:cNvPr id="3" name="Notes Placeholder 2">
            <a:extLst>
              <a:ext uri="{FF2B5EF4-FFF2-40B4-BE49-F238E27FC236}">
                <a16:creationId xmlns:a16="http://schemas.microsoft.com/office/drawing/2014/main" id="{548B78EA-24A2-A4E6-B79A-0A3DAB81FAE3}"/>
              </a:ext>
            </a:extLst>
          </p:cNvPr>
          <p:cNvSpPr>
            <a:spLocks noGrp="1"/>
          </p:cNvSpPr>
          <p:nvPr>
            <p:ph type="body" idx="1"/>
          </p:nvPr>
        </p:nvSpPr>
        <p:spPr/>
        <p:txBody>
          <a:bodyPr/>
          <a:lstStyle/>
          <a:p>
            <a:endParaRPr lang="en-IN" dirty="0"/>
          </a:p>
        </p:txBody>
      </p:sp>
      <p:sp>
        <p:nvSpPr>
          <p:cNvPr id="4" name="Slide Number Placeholder 3">
            <a:extLst>
              <a:ext uri="{FF2B5EF4-FFF2-40B4-BE49-F238E27FC236}">
                <a16:creationId xmlns:a16="http://schemas.microsoft.com/office/drawing/2014/main" id="{68E2BF59-3687-4EC0-7A8B-FBD92520F775}"/>
              </a:ext>
            </a:extLst>
          </p:cNvPr>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8DB350FE-8016-4072-9530-04FB546F7531}" type="slidenum">
              <a:rPr kumimoji="0" lang="en-IN"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9</a:t>
            </a:fld>
            <a:endParaRPr kumimoji="0" lang="en-IN"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3243837008"/>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6630088-67BA-5F24-3FEF-98E88E2C5611}"/>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E2CA7BF1-73CA-6491-2577-E5111A6C2007}"/>
              </a:ext>
            </a:extLst>
          </p:cNvPr>
          <p:cNvSpPr>
            <a:spLocks noGrp="1" noRot="1" noChangeAspect="1"/>
          </p:cNvSpPr>
          <p:nvPr>
            <p:ph type="sldImg"/>
          </p:nvPr>
        </p:nvSpPr>
        <p:spPr>
          <a:xfrm>
            <a:off x="381000" y="685800"/>
            <a:ext cx="6096000" cy="3429000"/>
          </a:xfrm>
        </p:spPr>
        <p:txBody>
          <a:bodyPr/>
          <a:lstStyle/>
          <a:p>
            <a:endParaRPr lang="en-IN"/>
          </a:p>
        </p:txBody>
      </p:sp>
      <p:sp>
        <p:nvSpPr>
          <p:cNvPr id="3" name="Notes Placeholder 2">
            <a:extLst>
              <a:ext uri="{FF2B5EF4-FFF2-40B4-BE49-F238E27FC236}">
                <a16:creationId xmlns:a16="http://schemas.microsoft.com/office/drawing/2014/main" id="{FDBC32AA-22C3-34F9-B762-97B85F0A4D4B}"/>
              </a:ext>
            </a:extLst>
          </p:cNvPr>
          <p:cNvSpPr>
            <a:spLocks noGrp="1"/>
          </p:cNvSpPr>
          <p:nvPr>
            <p:ph type="body" idx="1"/>
          </p:nvPr>
        </p:nvSpPr>
        <p:spPr/>
        <p:txBody>
          <a:bodyPr/>
          <a:lstStyle/>
          <a:p>
            <a:endParaRPr lang="en-IN" dirty="0"/>
          </a:p>
        </p:txBody>
      </p:sp>
      <p:sp>
        <p:nvSpPr>
          <p:cNvPr id="4" name="Slide Number Placeholder 3">
            <a:extLst>
              <a:ext uri="{FF2B5EF4-FFF2-40B4-BE49-F238E27FC236}">
                <a16:creationId xmlns:a16="http://schemas.microsoft.com/office/drawing/2014/main" id="{59F356FD-1DCA-AFC8-126A-1867075412CD}"/>
              </a:ext>
            </a:extLst>
          </p:cNvPr>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8DB350FE-8016-4072-9530-04FB546F7531}" type="slidenum">
              <a:rPr kumimoji="0" lang="en-IN"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10</a:t>
            </a:fld>
            <a:endParaRPr kumimoji="0" lang="en-IN"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3247341874"/>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73D1C8C-F334-7949-5738-AF156697D0F3}"/>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74C10EC8-6D45-9E2A-7B59-01D44B6995F6}"/>
              </a:ext>
            </a:extLst>
          </p:cNvPr>
          <p:cNvSpPr>
            <a:spLocks noGrp="1" noRot="1" noChangeAspect="1"/>
          </p:cNvSpPr>
          <p:nvPr>
            <p:ph type="sldImg"/>
          </p:nvPr>
        </p:nvSpPr>
        <p:spPr>
          <a:xfrm>
            <a:off x="381000" y="685800"/>
            <a:ext cx="6096000" cy="3429000"/>
          </a:xfrm>
        </p:spPr>
        <p:txBody>
          <a:bodyPr/>
          <a:lstStyle/>
          <a:p>
            <a:endParaRPr lang="en-IN"/>
          </a:p>
        </p:txBody>
      </p:sp>
      <p:sp>
        <p:nvSpPr>
          <p:cNvPr id="3" name="Notes Placeholder 2">
            <a:extLst>
              <a:ext uri="{FF2B5EF4-FFF2-40B4-BE49-F238E27FC236}">
                <a16:creationId xmlns:a16="http://schemas.microsoft.com/office/drawing/2014/main" id="{A444D0A0-3913-88D7-B010-59782B88039C}"/>
              </a:ext>
            </a:extLst>
          </p:cNvPr>
          <p:cNvSpPr>
            <a:spLocks noGrp="1"/>
          </p:cNvSpPr>
          <p:nvPr>
            <p:ph type="body" idx="1"/>
          </p:nvPr>
        </p:nvSpPr>
        <p:spPr/>
        <p:txBody>
          <a:bodyPr/>
          <a:lstStyle/>
          <a:p>
            <a:endParaRPr lang="en-IN" dirty="0"/>
          </a:p>
        </p:txBody>
      </p:sp>
      <p:sp>
        <p:nvSpPr>
          <p:cNvPr id="4" name="Slide Number Placeholder 3">
            <a:extLst>
              <a:ext uri="{FF2B5EF4-FFF2-40B4-BE49-F238E27FC236}">
                <a16:creationId xmlns:a16="http://schemas.microsoft.com/office/drawing/2014/main" id="{F100A7BB-5E63-4ABC-1386-46DCD46F4A9F}"/>
              </a:ext>
            </a:extLst>
          </p:cNvPr>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8DB350FE-8016-4072-9530-04FB546F7531}" type="slidenum">
              <a:rPr kumimoji="0" lang="en-IN"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11</a:t>
            </a:fld>
            <a:endParaRPr kumimoji="0" lang="en-IN"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115020287"/>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89A46A1-9836-B743-F973-566F05FA380E}"/>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958CAD61-24F8-E7E7-2AC6-574D5A99F26B}"/>
              </a:ext>
            </a:extLst>
          </p:cNvPr>
          <p:cNvSpPr>
            <a:spLocks noGrp="1" noRot="1" noChangeAspect="1"/>
          </p:cNvSpPr>
          <p:nvPr>
            <p:ph type="sldImg"/>
          </p:nvPr>
        </p:nvSpPr>
        <p:spPr>
          <a:xfrm>
            <a:off x="381000" y="685800"/>
            <a:ext cx="6096000" cy="3429000"/>
          </a:xfrm>
        </p:spPr>
        <p:txBody>
          <a:bodyPr/>
          <a:lstStyle/>
          <a:p>
            <a:endParaRPr lang="en-IN"/>
          </a:p>
        </p:txBody>
      </p:sp>
      <p:sp>
        <p:nvSpPr>
          <p:cNvPr id="3" name="Notes Placeholder 2">
            <a:extLst>
              <a:ext uri="{FF2B5EF4-FFF2-40B4-BE49-F238E27FC236}">
                <a16:creationId xmlns:a16="http://schemas.microsoft.com/office/drawing/2014/main" id="{8EBCB3D8-43B8-BFA9-8190-9FA249E0EAFD}"/>
              </a:ext>
            </a:extLst>
          </p:cNvPr>
          <p:cNvSpPr>
            <a:spLocks noGrp="1"/>
          </p:cNvSpPr>
          <p:nvPr>
            <p:ph type="body" idx="1"/>
          </p:nvPr>
        </p:nvSpPr>
        <p:spPr/>
        <p:txBody>
          <a:bodyPr/>
          <a:lstStyle/>
          <a:p>
            <a:endParaRPr lang="en-IN" dirty="0"/>
          </a:p>
        </p:txBody>
      </p:sp>
      <p:sp>
        <p:nvSpPr>
          <p:cNvPr id="4" name="Slide Number Placeholder 3">
            <a:extLst>
              <a:ext uri="{FF2B5EF4-FFF2-40B4-BE49-F238E27FC236}">
                <a16:creationId xmlns:a16="http://schemas.microsoft.com/office/drawing/2014/main" id="{255D3C19-5DCA-6E61-7C2E-3DAC162AE122}"/>
              </a:ext>
            </a:extLst>
          </p:cNvPr>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8DB350FE-8016-4072-9530-04FB546F7531}" type="slidenum">
              <a:rPr kumimoji="0" lang="en-IN"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12</a:t>
            </a:fld>
            <a:endParaRPr kumimoji="0" lang="en-IN"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2622313743"/>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txBody>
          <a:bodyPr/>
          <a:lstStyle/>
          <a:p>
            <a:endParaRPr lang="en-IN"/>
          </a:p>
        </p:txBody>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8DB350FE-8016-4072-9530-04FB546F7531}" type="slidenum">
              <a:rPr kumimoji="0" lang="en-IN"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13</a:t>
            </a:fld>
            <a:endParaRPr kumimoji="0" lang="en-IN"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2212983985"/>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BF9A615-EE45-A71B-A87B-6C182200BD06}"/>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1891D056-2DF9-C435-21C7-76CB20612520}"/>
              </a:ext>
            </a:extLst>
          </p:cNvPr>
          <p:cNvSpPr>
            <a:spLocks noGrp="1" noRot="1" noChangeAspect="1"/>
          </p:cNvSpPr>
          <p:nvPr>
            <p:ph type="sldImg"/>
          </p:nvPr>
        </p:nvSpPr>
        <p:spPr>
          <a:xfrm>
            <a:off x="381000" y="685800"/>
            <a:ext cx="6096000" cy="3429000"/>
          </a:xfrm>
        </p:spPr>
        <p:txBody>
          <a:bodyPr/>
          <a:lstStyle/>
          <a:p>
            <a:endParaRPr lang="en-IN"/>
          </a:p>
        </p:txBody>
      </p:sp>
      <p:sp>
        <p:nvSpPr>
          <p:cNvPr id="3" name="Notes Placeholder 2">
            <a:extLst>
              <a:ext uri="{FF2B5EF4-FFF2-40B4-BE49-F238E27FC236}">
                <a16:creationId xmlns:a16="http://schemas.microsoft.com/office/drawing/2014/main" id="{E1DB40AB-AEE3-0849-D7F0-2F3F003AB06A}"/>
              </a:ext>
            </a:extLst>
          </p:cNvPr>
          <p:cNvSpPr>
            <a:spLocks noGrp="1"/>
          </p:cNvSpPr>
          <p:nvPr>
            <p:ph type="body" idx="1"/>
          </p:nvPr>
        </p:nvSpPr>
        <p:spPr/>
        <p:txBody>
          <a:bodyPr/>
          <a:lstStyle/>
          <a:p>
            <a:endParaRPr lang="en-IN" dirty="0"/>
          </a:p>
        </p:txBody>
      </p:sp>
      <p:sp>
        <p:nvSpPr>
          <p:cNvPr id="4" name="Slide Number Placeholder 3">
            <a:extLst>
              <a:ext uri="{FF2B5EF4-FFF2-40B4-BE49-F238E27FC236}">
                <a16:creationId xmlns:a16="http://schemas.microsoft.com/office/drawing/2014/main" id="{5432AA34-83FD-3373-3A70-92FD50F7BDC9}"/>
              </a:ext>
            </a:extLst>
          </p:cNvPr>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8DB350FE-8016-4072-9530-04FB546F7531}" type="slidenum">
              <a:rPr kumimoji="0" lang="en-IN"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14</a:t>
            </a:fld>
            <a:endParaRPr kumimoji="0" lang="en-IN"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75354748"/>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DC88553-5F4C-759D-053D-55798E348E20}"/>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B8C34075-7BF8-6DDC-C95F-C15A48285B6B}"/>
              </a:ext>
            </a:extLst>
          </p:cNvPr>
          <p:cNvSpPr>
            <a:spLocks noGrp="1" noRot="1" noChangeAspect="1"/>
          </p:cNvSpPr>
          <p:nvPr>
            <p:ph type="sldImg"/>
          </p:nvPr>
        </p:nvSpPr>
        <p:spPr>
          <a:xfrm>
            <a:off x="381000" y="685800"/>
            <a:ext cx="6096000" cy="3429000"/>
          </a:xfrm>
        </p:spPr>
        <p:txBody>
          <a:bodyPr/>
          <a:lstStyle/>
          <a:p>
            <a:endParaRPr lang="en-IN"/>
          </a:p>
        </p:txBody>
      </p:sp>
      <p:sp>
        <p:nvSpPr>
          <p:cNvPr id="3" name="Notes Placeholder 2">
            <a:extLst>
              <a:ext uri="{FF2B5EF4-FFF2-40B4-BE49-F238E27FC236}">
                <a16:creationId xmlns:a16="http://schemas.microsoft.com/office/drawing/2014/main" id="{74769193-7EB1-1B4E-8A37-46A50F239577}"/>
              </a:ext>
            </a:extLst>
          </p:cNvPr>
          <p:cNvSpPr>
            <a:spLocks noGrp="1"/>
          </p:cNvSpPr>
          <p:nvPr>
            <p:ph type="body" idx="1"/>
          </p:nvPr>
        </p:nvSpPr>
        <p:spPr/>
        <p:txBody>
          <a:bodyPr/>
          <a:lstStyle/>
          <a:p>
            <a:endParaRPr lang="en-IN" dirty="0"/>
          </a:p>
        </p:txBody>
      </p:sp>
      <p:sp>
        <p:nvSpPr>
          <p:cNvPr id="4" name="Slide Number Placeholder 3">
            <a:extLst>
              <a:ext uri="{FF2B5EF4-FFF2-40B4-BE49-F238E27FC236}">
                <a16:creationId xmlns:a16="http://schemas.microsoft.com/office/drawing/2014/main" id="{08954D20-62F9-24E3-B7A6-5D3FE3434EFC}"/>
              </a:ext>
            </a:extLst>
          </p:cNvPr>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8DB350FE-8016-4072-9530-04FB546F7531}" type="slidenum">
              <a:rPr kumimoji="0" lang="en-IN"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15</a:t>
            </a:fld>
            <a:endParaRPr kumimoji="0" lang="en-IN"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1894596128"/>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C3115C6-07EA-E061-5AC7-ED2B94513DF8}"/>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6D4360D9-5A5A-0DDB-BFA7-E49BF14BBCF9}"/>
              </a:ext>
            </a:extLst>
          </p:cNvPr>
          <p:cNvSpPr>
            <a:spLocks noGrp="1" noRot="1" noChangeAspect="1"/>
          </p:cNvSpPr>
          <p:nvPr>
            <p:ph type="sldImg"/>
          </p:nvPr>
        </p:nvSpPr>
        <p:spPr>
          <a:xfrm>
            <a:off x="381000" y="685800"/>
            <a:ext cx="6096000" cy="3429000"/>
          </a:xfrm>
        </p:spPr>
        <p:txBody>
          <a:bodyPr/>
          <a:lstStyle/>
          <a:p>
            <a:endParaRPr lang="en-IN"/>
          </a:p>
        </p:txBody>
      </p:sp>
      <p:sp>
        <p:nvSpPr>
          <p:cNvPr id="3" name="Notes Placeholder 2">
            <a:extLst>
              <a:ext uri="{FF2B5EF4-FFF2-40B4-BE49-F238E27FC236}">
                <a16:creationId xmlns:a16="http://schemas.microsoft.com/office/drawing/2014/main" id="{15696FF9-80AF-9F84-DEDF-E5A477D0F7C6}"/>
              </a:ext>
            </a:extLst>
          </p:cNvPr>
          <p:cNvSpPr>
            <a:spLocks noGrp="1"/>
          </p:cNvSpPr>
          <p:nvPr>
            <p:ph type="body" idx="1"/>
          </p:nvPr>
        </p:nvSpPr>
        <p:spPr/>
        <p:txBody>
          <a:bodyPr/>
          <a:lstStyle/>
          <a:p>
            <a:endParaRPr lang="en-IN" dirty="0"/>
          </a:p>
        </p:txBody>
      </p:sp>
      <p:sp>
        <p:nvSpPr>
          <p:cNvPr id="4" name="Slide Number Placeholder 3">
            <a:extLst>
              <a:ext uri="{FF2B5EF4-FFF2-40B4-BE49-F238E27FC236}">
                <a16:creationId xmlns:a16="http://schemas.microsoft.com/office/drawing/2014/main" id="{E6368102-2EDF-E0B7-ECF9-9528CB4BF2BF}"/>
              </a:ext>
            </a:extLst>
          </p:cNvPr>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8DB350FE-8016-4072-9530-04FB546F7531}" type="slidenum">
              <a:rPr kumimoji="0" lang="en-IN"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16</a:t>
            </a:fld>
            <a:endParaRPr kumimoji="0" lang="en-IN"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3726592754"/>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306439C-5FDF-1156-46D4-B7CAA3B7429D}"/>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30E25246-909F-55CE-4D69-ECE8E73D5E7A}"/>
              </a:ext>
            </a:extLst>
          </p:cNvPr>
          <p:cNvSpPr>
            <a:spLocks noGrp="1" noRot="1" noChangeAspect="1"/>
          </p:cNvSpPr>
          <p:nvPr>
            <p:ph type="sldImg"/>
          </p:nvPr>
        </p:nvSpPr>
        <p:spPr>
          <a:xfrm>
            <a:off x="381000" y="685800"/>
            <a:ext cx="6096000" cy="3429000"/>
          </a:xfrm>
        </p:spPr>
        <p:txBody>
          <a:bodyPr/>
          <a:lstStyle/>
          <a:p>
            <a:endParaRPr lang="en-IN"/>
          </a:p>
        </p:txBody>
      </p:sp>
      <p:sp>
        <p:nvSpPr>
          <p:cNvPr id="3" name="Notes Placeholder 2">
            <a:extLst>
              <a:ext uri="{FF2B5EF4-FFF2-40B4-BE49-F238E27FC236}">
                <a16:creationId xmlns:a16="http://schemas.microsoft.com/office/drawing/2014/main" id="{D9F134E9-2F3F-1206-A806-3FE3C7F545B9}"/>
              </a:ext>
            </a:extLst>
          </p:cNvPr>
          <p:cNvSpPr>
            <a:spLocks noGrp="1"/>
          </p:cNvSpPr>
          <p:nvPr>
            <p:ph type="body" idx="1"/>
          </p:nvPr>
        </p:nvSpPr>
        <p:spPr/>
        <p:txBody>
          <a:bodyPr/>
          <a:lstStyle/>
          <a:p>
            <a:endParaRPr lang="en-IN" dirty="0"/>
          </a:p>
        </p:txBody>
      </p:sp>
      <p:sp>
        <p:nvSpPr>
          <p:cNvPr id="4" name="Slide Number Placeholder 3">
            <a:extLst>
              <a:ext uri="{FF2B5EF4-FFF2-40B4-BE49-F238E27FC236}">
                <a16:creationId xmlns:a16="http://schemas.microsoft.com/office/drawing/2014/main" id="{6F6DF67B-2CBA-E454-0D73-4155DFF29D44}"/>
              </a:ext>
            </a:extLst>
          </p:cNvPr>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8DB350FE-8016-4072-9530-04FB546F7531}" type="slidenum">
              <a:rPr kumimoji="0" lang="en-IN"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17</a:t>
            </a:fld>
            <a:endParaRPr kumimoji="0" lang="en-IN"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1733295395"/>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4FB7947-5A11-66CA-CDF0-A83570CE1770}"/>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968D53B1-6DC6-B6EE-EA0B-01A2EA8F72B0}"/>
              </a:ext>
            </a:extLst>
          </p:cNvPr>
          <p:cNvSpPr>
            <a:spLocks noGrp="1" noRot="1" noChangeAspect="1"/>
          </p:cNvSpPr>
          <p:nvPr>
            <p:ph type="sldImg"/>
          </p:nvPr>
        </p:nvSpPr>
        <p:spPr>
          <a:xfrm>
            <a:off x="381000" y="685800"/>
            <a:ext cx="6096000" cy="3429000"/>
          </a:xfrm>
        </p:spPr>
        <p:txBody>
          <a:bodyPr/>
          <a:lstStyle/>
          <a:p>
            <a:endParaRPr lang="en-IN"/>
          </a:p>
        </p:txBody>
      </p:sp>
      <p:sp>
        <p:nvSpPr>
          <p:cNvPr id="3" name="Notes Placeholder 2">
            <a:extLst>
              <a:ext uri="{FF2B5EF4-FFF2-40B4-BE49-F238E27FC236}">
                <a16:creationId xmlns:a16="http://schemas.microsoft.com/office/drawing/2014/main" id="{97B132DA-8CD1-3C4C-7FDC-36CB549F77E2}"/>
              </a:ext>
            </a:extLst>
          </p:cNvPr>
          <p:cNvSpPr>
            <a:spLocks noGrp="1"/>
          </p:cNvSpPr>
          <p:nvPr>
            <p:ph type="body" idx="1"/>
          </p:nvPr>
        </p:nvSpPr>
        <p:spPr/>
        <p:txBody>
          <a:bodyPr/>
          <a:lstStyle/>
          <a:p>
            <a:endParaRPr lang="en-IN" dirty="0"/>
          </a:p>
        </p:txBody>
      </p:sp>
      <p:sp>
        <p:nvSpPr>
          <p:cNvPr id="4" name="Slide Number Placeholder 3">
            <a:extLst>
              <a:ext uri="{FF2B5EF4-FFF2-40B4-BE49-F238E27FC236}">
                <a16:creationId xmlns:a16="http://schemas.microsoft.com/office/drawing/2014/main" id="{B4A5DCD2-AB20-0D89-12D1-1852BD2AC583}"/>
              </a:ext>
            </a:extLst>
          </p:cNvPr>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8DB350FE-8016-4072-9530-04FB546F7531}" type="slidenum">
              <a:rPr kumimoji="0" lang="en-IN"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18</a:t>
            </a:fld>
            <a:endParaRPr kumimoji="0" lang="en-IN"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2200951357"/>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F47DD20-122E-AF23-0B3D-5E47B21B7A03}"/>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192FD33D-0B92-46A6-12FF-7293DFED5B90}"/>
              </a:ext>
            </a:extLst>
          </p:cNvPr>
          <p:cNvSpPr>
            <a:spLocks noGrp="1" noRot="1" noChangeAspect="1"/>
          </p:cNvSpPr>
          <p:nvPr>
            <p:ph type="sldImg"/>
          </p:nvPr>
        </p:nvSpPr>
        <p:spPr>
          <a:xfrm>
            <a:off x="381000" y="685800"/>
            <a:ext cx="6096000" cy="3429000"/>
          </a:xfrm>
        </p:spPr>
        <p:txBody>
          <a:bodyPr/>
          <a:lstStyle/>
          <a:p>
            <a:endParaRPr lang="en-IN"/>
          </a:p>
        </p:txBody>
      </p:sp>
      <p:sp>
        <p:nvSpPr>
          <p:cNvPr id="3" name="Notes Placeholder 2">
            <a:extLst>
              <a:ext uri="{FF2B5EF4-FFF2-40B4-BE49-F238E27FC236}">
                <a16:creationId xmlns:a16="http://schemas.microsoft.com/office/drawing/2014/main" id="{396A0599-0278-7349-4EA8-9AE8AABA7AC1}"/>
              </a:ext>
            </a:extLst>
          </p:cNvPr>
          <p:cNvSpPr>
            <a:spLocks noGrp="1"/>
          </p:cNvSpPr>
          <p:nvPr>
            <p:ph type="body" idx="1"/>
          </p:nvPr>
        </p:nvSpPr>
        <p:spPr/>
        <p:txBody>
          <a:bodyPr/>
          <a:lstStyle/>
          <a:p>
            <a:endParaRPr lang="en-IN" dirty="0"/>
          </a:p>
        </p:txBody>
      </p:sp>
      <p:sp>
        <p:nvSpPr>
          <p:cNvPr id="4" name="Slide Number Placeholder 3">
            <a:extLst>
              <a:ext uri="{FF2B5EF4-FFF2-40B4-BE49-F238E27FC236}">
                <a16:creationId xmlns:a16="http://schemas.microsoft.com/office/drawing/2014/main" id="{609E4A87-8D66-D628-7278-A2DFB95F998F}"/>
              </a:ext>
            </a:extLst>
          </p:cNvPr>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8DB350FE-8016-4072-9530-04FB546F7531}" type="slidenum">
              <a:rPr kumimoji="0" lang="en-IN"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19</a:t>
            </a:fld>
            <a:endParaRPr kumimoji="0" lang="en-IN"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237573849"/>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2E05C7C-EE06-48A9-93E5-80A86A0E8553}"/>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8DC5B9AB-05AB-3597-00DD-BC1FEBA2A375}"/>
              </a:ext>
            </a:extLst>
          </p:cNvPr>
          <p:cNvSpPr>
            <a:spLocks noGrp="1" noRot="1" noChangeAspect="1"/>
          </p:cNvSpPr>
          <p:nvPr>
            <p:ph type="sldImg"/>
          </p:nvPr>
        </p:nvSpPr>
        <p:spPr>
          <a:xfrm>
            <a:off x="381000" y="685800"/>
            <a:ext cx="6096000" cy="3429000"/>
          </a:xfrm>
        </p:spPr>
        <p:txBody>
          <a:bodyPr/>
          <a:lstStyle/>
          <a:p>
            <a:endParaRPr lang="en-IN"/>
          </a:p>
        </p:txBody>
      </p:sp>
      <p:sp>
        <p:nvSpPr>
          <p:cNvPr id="3" name="Notes Placeholder 2">
            <a:extLst>
              <a:ext uri="{FF2B5EF4-FFF2-40B4-BE49-F238E27FC236}">
                <a16:creationId xmlns:a16="http://schemas.microsoft.com/office/drawing/2014/main" id="{56067B81-E3E4-263D-0B14-8842F92049C0}"/>
              </a:ext>
            </a:extLst>
          </p:cNvPr>
          <p:cNvSpPr>
            <a:spLocks noGrp="1"/>
          </p:cNvSpPr>
          <p:nvPr>
            <p:ph type="body" idx="1"/>
          </p:nvPr>
        </p:nvSpPr>
        <p:spPr/>
        <p:txBody>
          <a:bodyPr/>
          <a:lstStyle/>
          <a:p>
            <a:endParaRPr lang="en-IN" dirty="0"/>
          </a:p>
        </p:txBody>
      </p:sp>
      <p:sp>
        <p:nvSpPr>
          <p:cNvPr id="4" name="Slide Number Placeholder 3">
            <a:extLst>
              <a:ext uri="{FF2B5EF4-FFF2-40B4-BE49-F238E27FC236}">
                <a16:creationId xmlns:a16="http://schemas.microsoft.com/office/drawing/2014/main" id="{163CE022-DC64-4359-10C9-A42D2D493F74}"/>
              </a:ext>
            </a:extLst>
          </p:cNvPr>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8DB350FE-8016-4072-9530-04FB546F7531}" type="slidenum">
              <a:rPr kumimoji="0" lang="en-IN"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20</a:t>
            </a:fld>
            <a:endParaRPr kumimoji="0" lang="en-IN"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3475224710"/>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320F1B5-730B-C19A-A2FA-0C8397579F10}"/>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BE2A1D28-9A8A-E540-8994-A9F47483444C}"/>
              </a:ext>
            </a:extLst>
          </p:cNvPr>
          <p:cNvSpPr>
            <a:spLocks noGrp="1" noRot="1" noChangeAspect="1"/>
          </p:cNvSpPr>
          <p:nvPr>
            <p:ph type="sldImg"/>
          </p:nvPr>
        </p:nvSpPr>
        <p:spPr>
          <a:xfrm>
            <a:off x="381000" y="685800"/>
            <a:ext cx="6096000" cy="3429000"/>
          </a:xfrm>
        </p:spPr>
        <p:txBody>
          <a:bodyPr/>
          <a:lstStyle/>
          <a:p>
            <a:endParaRPr lang="en-IN"/>
          </a:p>
        </p:txBody>
      </p:sp>
      <p:sp>
        <p:nvSpPr>
          <p:cNvPr id="3" name="Notes Placeholder 2">
            <a:extLst>
              <a:ext uri="{FF2B5EF4-FFF2-40B4-BE49-F238E27FC236}">
                <a16:creationId xmlns:a16="http://schemas.microsoft.com/office/drawing/2014/main" id="{F2702C71-0B8F-A72B-0014-2241D2850340}"/>
              </a:ext>
            </a:extLst>
          </p:cNvPr>
          <p:cNvSpPr>
            <a:spLocks noGrp="1"/>
          </p:cNvSpPr>
          <p:nvPr>
            <p:ph type="body" idx="1"/>
          </p:nvPr>
        </p:nvSpPr>
        <p:spPr/>
        <p:txBody>
          <a:bodyPr/>
          <a:lstStyle/>
          <a:p>
            <a:endParaRPr lang="en-IN" dirty="0"/>
          </a:p>
        </p:txBody>
      </p:sp>
      <p:sp>
        <p:nvSpPr>
          <p:cNvPr id="4" name="Slide Number Placeholder 3">
            <a:extLst>
              <a:ext uri="{FF2B5EF4-FFF2-40B4-BE49-F238E27FC236}">
                <a16:creationId xmlns:a16="http://schemas.microsoft.com/office/drawing/2014/main" id="{EC30399D-AC16-351E-DBA4-2A231356E051}"/>
              </a:ext>
            </a:extLst>
          </p:cNvPr>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8DB350FE-8016-4072-9530-04FB546F7531}" type="slidenum">
              <a:rPr kumimoji="0" lang="en-IN"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21</a:t>
            </a:fld>
            <a:endParaRPr kumimoji="0" lang="en-IN"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2095290834"/>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BB653BB-7F93-1075-7086-8CFEFDFED044}"/>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32B0FEC9-29A2-9BC5-98F2-AB55CFF44EA5}"/>
              </a:ext>
            </a:extLst>
          </p:cNvPr>
          <p:cNvSpPr>
            <a:spLocks noGrp="1" noRot="1" noChangeAspect="1"/>
          </p:cNvSpPr>
          <p:nvPr>
            <p:ph type="sldImg"/>
          </p:nvPr>
        </p:nvSpPr>
        <p:spPr>
          <a:xfrm>
            <a:off x="381000" y="685800"/>
            <a:ext cx="6096000" cy="3429000"/>
          </a:xfrm>
        </p:spPr>
        <p:txBody>
          <a:bodyPr/>
          <a:lstStyle/>
          <a:p>
            <a:endParaRPr lang="en-IN"/>
          </a:p>
        </p:txBody>
      </p:sp>
      <p:sp>
        <p:nvSpPr>
          <p:cNvPr id="3" name="Notes Placeholder 2">
            <a:extLst>
              <a:ext uri="{FF2B5EF4-FFF2-40B4-BE49-F238E27FC236}">
                <a16:creationId xmlns:a16="http://schemas.microsoft.com/office/drawing/2014/main" id="{31DC2244-9203-F64A-7FA7-7614F3023E7C}"/>
              </a:ext>
            </a:extLst>
          </p:cNvPr>
          <p:cNvSpPr>
            <a:spLocks noGrp="1"/>
          </p:cNvSpPr>
          <p:nvPr>
            <p:ph type="body" idx="1"/>
          </p:nvPr>
        </p:nvSpPr>
        <p:spPr/>
        <p:txBody>
          <a:bodyPr/>
          <a:lstStyle/>
          <a:p>
            <a:endParaRPr lang="en-IN" dirty="0"/>
          </a:p>
        </p:txBody>
      </p:sp>
      <p:sp>
        <p:nvSpPr>
          <p:cNvPr id="4" name="Slide Number Placeholder 3">
            <a:extLst>
              <a:ext uri="{FF2B5EF4-FFF2-40B4-BE49-F238E27FC236}">
                <a16:creationId xmlns:a16="http://schemas.microsoft.com/office/drawing/2014/main" id="{18CBF86C-7540-EBEB-2858-E031EECFEE90}"/>
              </a:ext>
            </a:extLst>
          </p:cNvPr>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8DB350FE-8016-4072-9530-04FB546F7531}" type="slidenum">
              <a:rPr kumimoji="0" lang="en-IN"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22</a:t>
            </a:fld>
            <a:endParaRPr kumimoji="0" lang="en-IN"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1754921132"/>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E75A404-4A88-C5B1-5073-ED52AFD1395D}"/>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0BAA4FFC-B4ED-5C57-AAF1-6BEDD987E6F1}"/>
              </a:ext>
            </a:extLst>
          </p:cNvPr>
          <p:cNvSpPr>
            <a:spLocks noGrp="1" noRot="1" noChangeAspect="1"/>
          </p:cNvSpPr>
          <p:nvPr>
            <p:ph type="sldImg"/>
          </p:nvPr>
        </p:nvSpPr>
        <p:spPr>
          <a:xfrm>
            <a:off x="381000" y="685800"/>
            <a:ext cx="6096000" cy="3429000"/>
          </a:xfrm>
        </p:spPr>
        <p:txBody>
          <a:bodyPr/>
          <a:lstStyle/>
          <a:p>
            <a:endParaRPr lang="en-IN"/>
          </a:p>
        </p:txBody>
      </p:sp>
      <p:sp>
        <p:nvSpPr>
          <p:cNvPr id="3" name="Notes Placeholder 2">
            <a:extLst>
              <a:ext uri="{FF2B5EF4-FFF2-40B4-BE49-F238E27FC236}">
                <a16:creationId xmlns:a16="http://schemas.microsoft.com/office/drawing/2014/main" id="{987E9490-1F4A-BF74-3D2C-A27302363ADF}"/>
              </a:ext>
            </a:extLst>
          </p:cNvPr>
          <p:cNvSpPr>
            <a:spLocks noGrp="1"/>
          </p:cNvSpPr>
          <p:nvPr>
            <p:ph type="body" idx="1"/>
          </p:nvPr>
        </p:nvSpPr>
        <p:spPr/>
        <p:txBody>
          <a:bodyPr/>
          <a:lstStyle/>
          <a:p>
            <a:endParaRPr lang="en-IN" dirty="0"/>
          </a:p>
        </p:txBody>
      </p:sp>
      <p:sp>
        <p:nvSpPr>
          <p:cNvPr id="4" name="Slide Number Placeholder 3">
            <a:extLst>
              <a:ext uri="{FF2B5EF4-FFF2-40B4-BE49-F238E27FC236}">
                <a16:creationId xmlns:a16="http://schemas.microsoft.com/office/drawing/2014/main" id="{0E33A13E-FE10-73B0-56AA-3D5B7BC55339}"/>
              </a:ext>
            </a:extLst>
          </p:cNvPr>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8DB350FE-8016-4072-9530-04FB546F7531}" type="slidenum">
              <a:rPr kumimoji="0" lang="en-IN"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23</a:t>
            </a:fld>
            <a:endParaRPr kumimoji="0" lang="en-IN"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4042602457"/>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01095EB-909A-2D4E-C38D-144C9DE57C42}"/>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03E4B830-F4E3-7180-7C8E-2AD794853C75}"/>
              </a:ext>
            </a:extLst>
          </p:cNvPr>
          <p:cNvSpPr>
            <a:spLocks noGrp="1" noRot="1" noChangeAspect="1"/>
          </p:cNvSpPr>
          <p:nvPr>
            <p:ph type="sldImg"/>
          </p:nvPr>
        </p:nvSpPr>
        <p:spPr>
          <a:xfrm>
            <a:off x="381000" y="685800"/>
            <a:ext cx="6096000" cy="3429000"/>
          </a:xfrm>
        </p:spPr>
        <p:txBody>
          <a:bodyPr/>
          <a:lstStyle/>
          <a:p>
            <a:endParaRPr lang="en-IN"/>
          </a:p>
        </p:txBody>
      </p:sp>
      <p:sp>
        <p:nvSpPr>
          <p:cNvPr id="3" name="Notes Placeholder 2">
            <a:extLst>
              <a:ext uri="{FF2B5EF4-FFF2-40B4-BE49-F238E27FC236}">
                <a16:creationId xmlns:a16="http://schemas.microsoft.com/office/drawing/2014/main" id="{08364F8D-2067-3D52-B85A-8DEA9F2AB301}"/>
              </a:ext>
            </a:extLst>
          </p:cNvPr>
          <p:cNvSpPr>
            <a:spLocks noGrp="1"/>
          </p:cNvSpPr>
          <p:nvPr>
            <p:ph type="body" idx="1"/>
          </p:nvPr>
        </p:nvSpPr>
        <p:spPr/>
        <p:txBody>
          <a:bodyPr/>
          <a:lstStyle/>
          <a:p>
            <a:endParaRPr lang="en-IN" dirty="0"/>
          </a:p>
        </p:txBody>
      </p:sp>
      <p:sp>
        <p:nvSpPr>
          <p:cNvPr id="4" name="Slide Number Placeholder 3">
            <a:extLst>
              <a:ext uri="{FF2B5EF4-FFF2-40B4-BE49-F238E27FC236}">
                <a16:creationId xmlns:a16="http://schemas.microsoft.com/office/drawing/2014/main" id="{C95C8E19-545A-443E-E60E-B06B8FBD0E42}"/>
              </a:ext>
            </a:extLst>
          </p:cNvPr>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8DB350FE-8016-4072-9530-04FB546F7531}" type="slidenum">
              <a:rPr kumimoji="0" lang="en-IN"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24</a:t>
            </a:fld>
            <a:endParaRPr kumimoji="0" lang="en-IN"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1356229143"/>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6481FEE-46B1-D6D9-6A33-C5042FFDA7FB}"/>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A41BEADC-4573-2628-EE94-AD3D9F972A44}"/>
              </a:ext>
            </a:extLst>
          </p:cNvPr>
          <p:cNvSpPr>
            <a:spLocks noGrp="1" noRot="1" noChangeAspect="1"/>
          </p:cNvSpPr>
          <p:nvPr>
            <p:ph type="sldImg"/>
          </p:nvPr>
        </p:nvSpPr>
        <p:spPr>
          <a:xfrm>
            <a:off x="381000" y="685800"/>
            <a:ext cx="6096000" cy="3429000"/>
          </a:xfrm>
        </p:spPr>
        <p:txBody>
          <a:bodyPr/>
          <a:lstStyle/>
          <a:p>
            <a:endParaRPr lang="en-IN"/>
          </a:p>
        </p:txBody>
      </p:sp>
      <p:sp>
        <p:nvSpPr>
          <p:cNvPr id="3" name="Notes Placeholder 2">
            <a:extLst>
              <a:ext uri="{FF2B5EF4-FFF2-40B4-BE49-F238E27FC236}">
                <a16:creationId xmlns:a16="http://schemas.microsoft.com/office/drawing/2014/main" id="{D9E535EE-69A8-FB86-020E-BC5AF40B2CEC}"/>
              </a:ext>
            </a:extLst>
          </p:cNvPr>
          <p:cNvSpPr>
            <a:spLocks noGrp="1"/>
          </p:cNvSpPr>
          <p:nvPr>
            <p:ph type="body" idx="1"/>
          </p:nvPr>
        </p:nvSpPr>
        <p:spPr/>
        <p:txBody>
          <a:bodyPr/>
          <a:lstStyle/>
          <a:p>
            <a:endParaRPr lang="en-IN" dirty="0"/>
          </a:p>
        </p:txBody>
      </p:sp>
      <p:sp>
        <p:nvSpPr>
          <p:cNvPr id="4" name="Slide Number Placeholder 3">
            <a:extLst>
              <a:ext uri="{FF2B5EF4-FFF2-40B4-BE49-F238E27FC236}">
                <a16:creationId xmlns:a16="http://schemas.microsoft.com/office/drawing/2014/main" id="{D0BB3D9E-8ED5-4D1C-1170-3E418CD934F3}"/>
              </a:ext>
            </a:extLst>
          </p:cNvPr>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8DB350FE-8016-4072-9530-04FB546F7531}" type="slidenum">
              <a:rPr kumimoji="0" lang="en-IN"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25</a:t>
            </a:fld>
            <a:endParaRPr kumimoji="0" lang="en-IN"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408930725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30671E4-3F9D-4FE7-61FA-F4C690932CF0}"/>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E301BBF9-CE8F-AE83-D79C-67D595D83AED}"/>
              </a:ext>
            </a:extLst>
          </p:cNvPr>
          <p:cNvSpPr>
            <a:spLocks noGrp="1" noRot="1" noChangeAspect="1"/>
          </p:cNvSpPr>
          <p:nvPr>
            <p:ph type="sldImg"/>
          </p:nvPr>
        </p:nvSpPr>
        <p:spPr>
          <a:xfrm>
            <a:off x="381000" y="685800"/>
            <a:ext cx="6096000" cy="3429000"/>
          </a:xfrm>
        </p:spPr>
        <p:txBody>
          <a:bodyPr/>
          <a:lstStyle/>
          <a:p>
            <a:endParaRPr lang="en-IN"/>
          </a:p>
        </p:txBody>
      </p:sp>
      <p:sp>
        <p:nvSpPr>
          <p:cNvPr id="3" name="Notes Placeholder 2">
            <a:extLst>
              <a:ext uri="{FF2B5EF4-FFF2-40B4-BE49-F238E27FC236}">
                <a16:creationId xmlns:a16="http://schemas.microsoft.com/office/drawing/2014/main" id="{573B5BEB-ECD7-9C86-DA4E-2948BA764BE4}"/>
              </a:ext>
            </a:extLst>
          </p:cNvPr>
          <p:cNvSpPr>
            <a:spLocks noGrp="1"/>
          </p:cNvSpPr>
          <p:nvPr>
            <p:ph type="body" idx="1"/>
          </p:nvPr>
        </p:nvSpPr>
        <p:spPr/>
        <p:txBody>
          <a:bodyPr/>
          <a:lstStyle/>
          <a:p>
            <a:endParaRPr lang="en-IN" dirty="0"/>
          </a:p>
        </p:txBody>
      </p:sp>
      <p:sp>
        <p:nvSpPr>
          <p:cNvPr id="4" name="Slide Number Placeholder 3">
            <a:extLst>
              <a:ext uri="{FF2B5EF4-FFF2-40B4-BE49-F238E27FC236}">
                <a16:creationId xmlns:a16="http://schemas.microsoft.com/office/drawing/2014/main" id="{4B75205A-026E-C8CB-7C72-C293F405838B}"/>
              </a:ext>
            </a:extLst>
          </p:cNvPr>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8DB350FE-8016-4072-9530-04FB546F7531}" type="slidenum">
              <a:rPr kumimoji="0" lang="en-IN"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26</a:t>
            </a:fld>
            <a:endParaRPr kumimoji="0" lang="en-IN"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2680862793"/>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7AC4DE1-B72D-72E9-1F2F-D3EFA906CF0F}"/>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0C5123B1-535A-8B4B-F115-ACB3FEEC517F}"/>
              </a:ext>
            </a:extLst>
          </p:cNvPr>
          <p:cNvSpPr>
            <a:spLocks noGrp="1" noRot="1" noChangeAspect="1"/>
          </p:cNvSpPr>
          <p:nvPr>
            <p:ph type="sldImg"/>
          </p:nvPr>
        </p:nvSpPr>
        <p:spPr>
          <a:xfrm>
            <a:off x="381000" y="685800"/>
            <a:ext cx="6096000" cy="3429000"/>
          </a:xfrm>
        </p:spPr>
        <p:txBody>
          <a:bodyPr/>
          <a:lstStyle/>
          <a:p>
            <a:endParaRPr lang="en-IN"/>
          </a:p>
        </p:txBody>
      </p:sp>
      <p:sp>
        <p:nvSpPr>
          <p:cNvPr id="3" name="Notes Placeholder 2">
            <a:extLst>
              <a:ext uri="{FF2B5EF4-FFF2-40B4-BE49-F238E27FC236}">
                <a16:creationId xmlns:a16="http://schemas.microsoft.com/office/drawing/2014/main" id="{EC60012A-16DB-E2C9-8012-75F300756A93}"/>
              </a:ext>
            </a:extLst>
          </p:cNvPr>
          <p:cNvSpPr>
            <a:spLocks noGrp="1"/>
          </p:cNvSpPr>
          <p:nvPr>
            <p:ph type="body" idx="1"/>
          </p:nvPr>
        </p:nvSpPr>
        <p:spPr/>
        <p:txBody>
          <a:bodyPr/>
          <a:lstStyle/>
          <a:p>
            <a:endParaRPr lang="en-IN" dirty="0"/>
          </a:p>
        </p:txBody>
      </p:sp>
      <p:sp>
        <p:nvSpPr>
          <p:cNvPr id="4" name="Slide Number Placeholder 3">
            <a:extLst>
              <a:ext uri="{FF2B5EF4-FFF2-40B4-BE49-F238E27FC236}">
                <a16:creationId xmlns:a16="http://schemas.microsoft.com/office/drawing/2014/main" id="{2D071F82-1231-D5AB-4619-B2B99D943E27}"/>
              </a:ext>
            </a:extLst>
          </p:cNvPr>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8DB350FE-8016-4072-9530-04FB546F7531}" type="slidenum">
              <a:rPr kumimoji="0" lang="en-IN"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27</a:t>
            </a:fld>
            <a:endParaRPr kumimoji="0" lang="en-IN"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1374976480"/>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5C951EF-D7FA-6FB4-2D44-02823008F13E}"/>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C0C2D5DE-1F8E-F09F-D44C-22BAEE400E72}"/>
              </a:ext>
            </a:extLst>
          </p:cNvPr>
          <p:cNvSpPr>
            <a:spLocks noGrp="1" noRot="1" noChangeAspect="1"/>
          </p:cNvSpPr>
          <p:nvPr>
            <p:ph type="sldImg"/>
          </p:nvPr>
        </p:nvSpPr>
        <p:spPr>
          <a:xfrm>
            <a:off x="381000" y="685800"/>
            <a:ext cx="6096000" cy="3429000"/>
          </a:xfrm>
        </p:spPr>
        <p:txBody>
          <a:bodyPr/>
          <a:lstStyle/>
          <a:p>
            <a:endParaRPr lang="en-IN"/>
          </a:p>
        </p:txBody>
      </p:sp>
      <p:sp>
        <p:nvSpPr>
          <p:cNvPr id="3" name="Notes Placeholder 2">
            <a:extLst>
              <a:ext uri="{FF2B5EF4-FFF2-40B4-BE49-F238E27FC236}">
                <a16:creationId xmlns:a16="http://schemas.microsoft.com/office/drawing/2014/main" id="{3B8175E3-A4ED-B5E5-D456-9FA3A581D634}"/>
              </a:ext>
            </a:extLst>
          </p:cNvPr>
          <p:cNvSpPr>
            <a:spLocks noGrp="1"/>
          </p:cNvSpPr>
          <p:nvPr>
            <p:ph type="body" idx="1"/>
          </p:nvPr>
        </p:nvSpPr>
        <p:spPr/>
        <p:txBody>
          <a:bodyPr/>
          <a:lstStyle/>
          <a:p>
            <a:endParaRPr lang="en-IN" dirty="0"/>
          </a:p>
        </p:txBody>
      </p:sp>
      <p:sp>
        <p:nvSpPr>
          <p:cNvPr id="4" name="Slide Number Placeholder 3">
            <a:extLst>
              <a:ext uri="{FF2B5EF4-FFF2-40B4-BE49-F238E27FC236}">
                <a16:creationId xmlns:a16="http://schemas.microsoft.com/office/drawing/2014/main" id="{C6934B12-A662-F064-3A85-4CC739FFC947}"/>
              </a:ext>
            </a:extLst>
          </p:cNvPr>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8DB350FE-8016-4072-9530-04FB546F7531}" type="slidenum">
              <a:rPr kumimoji="0" lang="en-IN"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28</a:t>
            </a:fld>
            <a:endParaRPr kumimoji="0" lang="en-IN"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97369584"/>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513E532-7D20-02B2-BEB6-7E6A7D79BE97}"/>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79124A75-17D5-68EE-6BF5-90F7B3F12195}"/>
              </a:ext>
            </a:extLst>
          </p:cNvPr>
          <p:cNvSpPr>
            <a:spLocks noGrp="1" noRot="1" noChangeAspect="1"/>
          </p:cNvSpPr>
          <p:nvPr>
            <p:ph type="sldImg"/>
          </p:nvPr>
        </p:nvSpPr>
        <p:spPr>
          <a:xfrm>
            <a:off x="381000" y="685800"/>
            <a:ext cx="6096000" cy="3429000"/>
          </a:xfrm>
        </p:spPr>
        <p:txBody>
          <a:bodyPr/>
          <a:lstStyle/>
          <a:p>
            <a:endParaRPr lang="en-IN"/>
          </a:p>
        </p:txBody>
      </p:sp>
      <p:sp>
        <p:nvSpPr>
          <p:cNvPr id="3" name="Notes Placeholder 2">
            <a:extLst>
              <a:ext uri="{FF2B5EF4-FFF2-40B4-BE49-F238E27FC236}">
                <a16:creationId xmlns:a16="http://schemas.microsoft.com/office/drawing/2014/main" id="{E58E486D-89C2-6951-BD60-E578D62CF65D}"/>
              </a:ext>
            </a:extLst>
          </p:cNvPr>
          <p:cNvSpPr>
            <a:spLocks noGrp="1"/>
          </p:cNvSpPr>
          <p:nvPr>
            <p:ph type="body" idx="1"/>
          </p:nvPr>
        </p:nvSpPr>
        <p:spPr/>
        <p:txBody>
          <a:bodyPr/>
          <a:lstStyle/>
          <a:p>
            <a:endParaRPr lang="en-IN" dirty="0"/>
          </a:p>
        </p:txBody>
      </p:sp>
      <p:sp>
        <p:nvSpPr>
          <p:cNvPr id="4" name="Slide Number Placeholder 3">
            <a:extLst>
              <a:ext uri="{FF2B5EF4-FFF2-40B4-BE49-F238E27FC236}">
                <a16:creationId xmlns:a16="http://schemas.microsoft.com/office/drawing/2014/main" id="{C1185C44-90F2-79DA-1393-826A73921E52}"/>
              </a:ext>
            </a:extLst>
          </p:cNvPr>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8DB350FE-8016-4072-9530-04FB546F7531}" type="slidenum">
              <a:rPr kumimoji="0" lang="en-IN"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29</a:t>
            </a:fld>
            <a:endParaRPr kumimoji="0" lang="en-IN"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2345476067"/>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FF8401C-3D73-9145-9D27-022775352CD7}"/>
              </a:ext>
            </a:extLst>
          </p:cNvPr>
          <p:cNvSpPr>
            <a:spLocks noGrp="1"/>
          </p:cNvSpPr>
          <p:nvPr>
            <p:ph type="ctrTitle"/>
          </p:nvPr>
        </p:nvSpPr>
        <p:spPr>
          <a:xfrm>
            <a:off x="1524000" y="1122363"/>
            <a:ext cx="9144000" cy="2387600"/>
          </a:xfrm>
        </p:spPr>
        <p:txBody>
          <a:bodyPr anchor="b"/>
          <a:lstStyle>
            <a:lvl1pPr algn="ctr">
              <a:defRPr sz="4500"/>
            </a:lvl1pPr>
          </a:lstStyle>
          <a:p>
            <a:r>
              <a:rPr lang="en-US"/>
              <a:t>Click to edit Master title style</a:t>
            </a:r>
          </a:p>
        </p:txBody>
      </p:sp>
      <p:sp>
        <p:nvSpPr>
          <p:cNvPr id="3" name="Subtitle 2">
            <a:extLst>
              <a:ext uri="{FF2B5EF4-FFF2-40B4-BE49-F238E27FC236}">
                <a16:creationId xmlns:a16="http://schemas.microsoft.com/office/drawing/2014/main" id="{C98FC3C5-2E28-584B-9E08-C350F04738FA}"/>
              </a:ext>
            </a:extLst>
          </p:cNvPr>
          <p:cNvSpPr>
            <a:spLocks noGrp="1"/>
          </p:cNvSpPr>
          <p:nvPr>
            <p:ph type="subTitle" idx="1"/>
          </p:nvPr>
        </p:nvSpPr>
        <p:spPr>
          <a:xfrm>
            <a:off x="1524000" y="3602038"/>
            <a:ext cx="9144000" cy="1655762"/>
          </a:xfrm>
        </p:spPr>
        <p:txBody>
          <a:bodyPr/>
          <a:lstStyle>
            <a:lvl1pPr marL="0" indent="0" algn="ctr">
              <a:buNone/>
              <a:defRPr sz="1800"/>
            </a:lvl1pPr>
            <a:lvl2pPr marL="342900" indent="0" algn="ctr">
              <a:buNone/>
              <a:defRPr sz="1500"/>
            </a:lvl2pPr>
            <a:lvl3pPr marL="685800" indent="0" algn="ctr">
              <a:buNone/>
              <a:defRPr sz="1350"/>
            </a:lvl3pPr>
            <a:lvl4pPr marL="1028700" indent="0" algn="ctr">
              <a:buNone/>
              <a:defRPr sz="1200"/>
            </a:lvl4pPr>
            <a:lvl5pPr marL="1371600" indent="0" algn="ctr">
              <a:buNone/>
              <a:defRPr sz="1200"/>
            </a:lvl5pPr>
            <a:lvl6pPr marL="1714500" indent="0" algn="ctr">
              <a:buNone/>
              <a:defRPr sz="1200"/>
            </a:lvl6pPr>
            <a:lvl7pPr marL="2057400" indent="0" algn="ctr">
              <a:buNone/>
              <a:defRPr sz="1200"/>
            </a:lvl7pPr>
            <a:lvl8pPr marL="2400300" indent="0" algn="ctr">
              <a:buNone/>
              <a:defRPr sz="1200"/>
            </a:lvl8pPr>
            <a:lvl9pPr marL="2743200" indent="0" algn="ctr">
              <a:buNone/>
              <a:defRPr sz="1200"/>
            </a:lvl9pPr>
          </a:lstStyle>
          <a:p>
            <a:r>
              <a:rPr lang="en-US"/>
              <a:t>Click to edit Master subtitle style</a:t>
            </a:r>
          </a:p>
        </p:txBody>
      </p:sp>
      <p:sp>
        <p:nvSpPr>
          <p:cNvPr id="4" name="Date Placeholder 3">
            <a:extLst>
              <a:ext uri="{FF2B5EF4-FFF2-40B4-BE49-F238E27FC236}">
                <a16:creationId xmlns:a16="http://schemas.microsoft.com/office/drawing/2014/main" id="{53E1AA21-1AC4-EE4A-9EE6-2CF249667C78}"/>
              </a:ext>
            </a:extLst>
          </p:cNvPr>
          <p:cNvSpPr>
            <a:spLocks noGrp="1"/>
          </p:cNvSpPr>
          <p:nvPr>
            <p:ph type="dt" sz="half" idx="10"/>
          </p:nvPr>
        </p:nvSpPr>
        <p:spPr/>
        <p:txBody>
          <a:bodyPr/>
          <a:lstStyle/>
          <a:p>
            <a:endParaRPr lang="en-US"/>
          </a:p>
        </p:txBody>
      </p:sp>
      <p:sp>
        <p:nvSpPr>
          <p:cNvPr id="5" name="Footer Placeholder 4">
            <a:extLst>
              <a:ext uri="{FF2B5EF4-FFF2-40B4-BE49-F238E27FC236}">
                <a16:creationId xmlns:a16="http://schemas.microsoft.com/office/drawing/2014/main" id="{4B026A89-F6F6-594C-B1D8-D2FE52E181F7}"/>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8325ABD8-565B-E441-A71D-873F53B630F7}"/>
              </a:ext>
            </a:extLst>
          </p:cNvPr>
          <p:cNvSpPr>
            <a:spLocks noGrp="1"/>
          </p:cNvSpPr>
          <p:nvPr>
            <p:ph type="sldNum" sz="quarter" idx="12"/>
          </p:nvPr>
        </p:nvSpPr>
        <p:spPr/>
        <p:txBody>
          <a:bodyPr/>
          <a:lstStyle/>
          <a:p>
            <a:fld id="{71766878-3199-4EAB-94E7-2D6D11070E14}" type="slidenum">
              <a:rPr lang="en-US" smtClean="0"/>
              <a:pPr/>
              <a:t>‹#›</a:t>
            </a:fld>
            <a:endParaRPr lang="en-US"/>
          </a:p>
        </p:txBody>
      </p:sp>
    </p:spTree>
    <p:extLst>
      <p:ext uri="{BB962C8B-B14F-4D97-AF65-F5344CB8AC3E}">
        <p14:creationId xmlns:p14="http://schemas.microsoft.com/office/powerpoint/2010/main" val="3474907092"/>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Title and Content">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0ECFECE9-D645-0540-9DA0-AEC7DA1A781C}"/>
              </a:ext>
            </a:extLst>
          </p:cNvPr>
          <p:cNvSpPr>
            <a:spLocks noGrp="1"/>
          </p:cNvSpPr>
          <p:nvPr>
            <p:ph idx="1"/>
          </p:nvPr>
        </p:nvSpPr>
        <p:spPr>
          <a:xfrm>
            <a:off x="341197" y="1137256"/>
            <a:ext cx="11436823" cy="4908082"/>
          </a:xfrm>
        </p:spPr>
        <p:txBody>
          <a:bodyPr/>
          <a:lstStyle>
            <a:lvl1pPr>
              <a:defRPr>
                <a:latin typeface="Georgia" panose="02040502050405020303" pitchFamily="18" charset="0"/>
              </a:defRPr>
            </a:lvl1pPr>
            <a:lvl2pPr>
              <a:defRPr>
                <a:latin typeface="Georgia" panose="02040502050405020303" pitchFamily="18" charset="0"/>
              </a:defRPr>
            </a:lvl2pPr>
            <a:lvl3pPr>
              <a:defRPr>
                <a:latin typeface="Georgia" panose="02040502050405020303" pitchFamily="18" charset="0"/>
              </a:defRPr>
            </a:lvl3pPr>
            <a:lvl4pPr>
              <a:defRPr>
                <a:latin typeface="Georgia" panose="02040502050405020303" pitchFamily="18" charset="0"/>
              </a:defRPr>
            </a:lvl4pPr>
            <a:lvl5pPr>
              <a:defRPr>
                <a:latin typeface="Georgia" panose="02040502050405020303" pitchFamily="18" charset="0"/>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Title 1">
            <a:extLst>
              <a:ext uri="{FF2B5EF4-FFF2-40B4-BE49-F238E27FC236}">
                <a16:creationId xmlns:a16="http://schemas.microsoft.com/office/drawing/2014/main" id="{9FB4E98A-97D9-4526-9E90-BA541F5B53B0}"/>
              </a:ext>
            </a:extLst>
          </p:cNvPr>
          <p:cNvSpPr>
            <a:spLocks noGrp="1"/>
          </p:cNvSpPr>
          <p:nvPr>
            <p:ph type="title" hasCustomPrompt="1"/>
          </p:nvPr>
        </p:nvSpPr>
        <p:spPr>
          <a:xfrm>
            <a:off x="341197" y="348665"/>
            <a:ext cx="11436823" cy="421441"/>
          </a:xfrm>
        </p:spPr>
        <p:txBody>
          <a:bodyPr>
            <a:noAutofit/>
          </a:bodyPr>
          <a:lstStyle>
            <a:lvl1pPr>
              <a:defRPr sz="2400" b="0">
                <a:solidFill>
                  <a:srgbClr val="A4123F"/>
                </a:solidFill>
                <a:latin typeface="Georgia" panose="02040502050405020303" pitchFamily="18" charset="0"/>
              </a:defRPr>
            </a:lvl1pPr>
          </a:lstStyle>
          <a:p>
            <a:r>
              <a:rPr lang="en-US"/>
              <a:t>Click Here To Edit Title</a:t>
            </a:r>
            <a:endParaRPr lang="en-IN"/>
          </a:p>
        </p:txBody>
      </p:sp>
      <p:pic>
        <p:nvPicPr>
          <p:cNvPr id="8" name="Picture 7">
            <a:extLst>
              <a:ext uri="{FF2B5EF4-FFF2-40B4-BE49-F238E27FC236}">
                <a16:creationId xmlns:a16="http://schemas.microsoft.com/office/drawing/2014/main" id="{140DA784-0993-4F43-BA98-733CB6486E2C}"/>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13489" y="6412495"/>
            <a:ext cx="12218977" cy="478447"/>
          </a:xfrm>
          <a:prstGeom prst="rect">
            <a:avLst/>
          </a:prstGeom>
        </p:spPr>
      </p:pic>
      <p:pic>
        <p:nvPicPr>
          <p:cNvPr id="9" name="Picture 8">
            <a:extLst>
              <a:ext uri="{FF2B5EF4-FFF2-40B4-BE49-F238E27FC236}">
                <a16:creationId xmlns:a16="http://schemas.microsoft.com/office/drawing/2014/main" id="{0AD13F47-3531-4371-B8DB-59E457D0738A}"/>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10645255" y="6520072"/>
            <a:ext cx="1262820" cy="283912"/>
          </a:xfrm>
          <a:prstGeom prst="rect">
            <a:avLst/>
          </a:prstGeom>
        </p:spPr>
      </p:pic>
      <p:sp>
        <p:nvSpPr>
          <p:cNvPr id="6" name="Slide Number Placeholder 5">
            <a:extLst>
              <a:ext uri="{FF2B5EF4-FFF2-40B4-BE49-F238E27FC236}">
                <a16:creationId xmlns:a16="http://schemas.microsoft.com/office/drawing/2014/main" id="{8325ABD8-565B-E441-A71D-873F53B630F7}"/>
              </a:ext>
            </a:extLst>
          </p:cNvPr>
          <p:cNvSpPr>
            <a:spLocks noGrp="1"/>
          </p:cNvSpPr>
          <p:nvPr>
            <p:ph type="sldNum" sz="quarter" idx="12"/>
          </p:nvPr>
        </p:nvSpPr>
        <p:spPr>
          <a:xfrm>
            <a:off x="115959" y="6478755"/>
            <a:ext cx="758687" cy="365125"/>
          </a:xfrm>
        </p:spPr>
        <p:txBody>
          <a:bodyPr/>
          <a:lstStyle>
            <a:lvl1pPr>
              <a:defRPr sz="1200">
                <a:solidFill>
                  <a:schemeClr val="bg1"/>
                </a:solidFill>
              </a:defRPr>
            </a:lvl1pPr>
          </a:lstStyle>
          <a:p>
            <a:fld id="{71766878-3199-4EAB-94E7-2D6D11070E14}" type="slidenum">
              <a:rPr lang="en-US" smtClean="0"/>
              <a:pPr/>
              <a:t>‹#›</a:t>
            </a:fld>
            <a:endParaRPr lang="en-US"/>
          </a:p>
        </p:txBody>
      </p:sp>
    </p:spTree>
    <p:extLst>
      <p:ext uri="{BB962C8B-B14F-4D97-AF65-F5344CB8AC3E}">
        <p14:creationId xmlns:p14="http://schemas.microsoft.com/office/powerpoint/2010/main" val="3786509226"/>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tx">
  <p:cSld name="Default">
    <p:spTree>
      <p:nvGrpSpPr>
        <p:cNvPr id="1" name=""/>
        <p:cNvGrpSpPr/>
        <p:nvPr/>
      </p:nvGrpSpPr>
      <p:grpSpPr>
        <a:xfrm>
          <a:off x="0" y="0"/>
          <a:ext cx="0" cy="0"/>
          <a:chOff x="0" y="0"/>
          <a:chExt cx="0" cy="0"/>
        </a:xfrm>
      </p:grpSpPr>
      <p:sp>
        <p:nvSpPr>
          <p:cNvPr id="119" name="Slide Number"/>
          <p:cNvSpPr txBox="1">
            <a:spLocks noGrp="1"/>
          </p:cNvSpPr>
          <p:nvPr>
            <p:ph type="sldNum" sz="quarter" idx="2"/>
          </p:nvPr>
        </p:nvSpPr>
        <p:spPr>
          <a:prstGeom prst="rect">
            <a:avLst/>
          </a:prstGeom>
        </p:spPr>
        <p:txBody>
          <a:bodyPr/>
          <a:lstStyle/>
          <a:p>
            <a:fld id="{86CB4B4D-7CA3-9044-876B-883B54F8677D}" type="slidenum">
              <a:t>‹#›</a:t>
            </a:fld>
            <a:endParaRPr/>
          </a:p>
        </p:txBody>
      </p:sp>
      <p:sp>
        <p:nvSpPr>
          <p:cNvPr id="120" name="Title Text"/>
          <p:cNvSpPr txBox="1">
            <a:spLocks noGrp="1"/>
          </p:cNvSpPr>
          <p:nvPr>
            <p:ph type="title"/>
          </p:nvPr>
        </p:nvSpPr>
        <p:spPr>
          <a:prstGeom prst="rect">
            <a:avLst/>
          </a:prstGeom>
        </p:spPr>
        <p:txBody>
          <a:bodyPr/>
          <a:lstStyle/>
          <a:p>
            <a:r>
              <a:t>Title Text</a:t>
            </a:r>
          </a:p>
        </p:txBody>
      </p:sp>
    </p:spTree>
    <p:extLst>
      <p:ext uri="{BB962C8B-B14F-4D97-AF65-F5344CB8AC3E}">
        <p14:creationId xmlns:p14="http://schemas.microsoft.com/office/powerpoint/2010/main" val="1296783849"/>
      </p:ext>
    </p:extLst>
  </p:cSld>
  <p:clrMapOvr>
    <a:masterClrMapping/>
  </p:clrMapOvr>
  <p:transition spd="med"/>
</p:sldLayout>
</file>

<file path=ppt/slideMasters/_rels/slideMaster1.xml.rels><?xml version="1.0" encoding="UTF-8" standalone="yes"?>
<Relationships xmlns="http://schemas.openxmlformats.org/package/2006/relationships"><Relationship Id="rId3" Type="http://schemas.openxmlformats.org/officeDocument/2006/relationships/slideLayout" Target="../slideLayouts/slideLayout3.xml"/><Relationship Id="rId2" Type="http://schemas.openxmlformats.org/officeDocument/2006/relationships/slideLayout" Target="../slideLayouts/slideLayout2.xml"/><Relationship Id="rId1" Type="http://schemas.openxmlformats.org/officeDocument/2006/relationships/slideLayout" Target="../slideLayouts/slideLayout1.xml"/><Relationship Id="rId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471015E1-575C-CC43-8E0C-38A94C0D07B1}"/>
              </a:ext>
            </a:extLst>
          </p:cNvPr>
          <p:cNvSpPr>
            <a:spLocks noGrp="1"/>
          </p:cNvSpPr>
          <p:nvPr>
            <p:ph type="title"/>
          </p:nvPr>
        </p:nvSpPr>
        <p:spPr>
          <a:xfrm>
            <a:off x="838200" y="365129"/>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18D70D65-9225-7C42-BE9D-7E7ACD2302E0}"/>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F5BD5A4A-C107-8941-A91D-265C67035296}"/>
              </a:ext>
            </a:extLst>
          </p:cNvPr>
          <p:cNvSpPr>
            <a:spLocks noGrp="1"/>
          </p:cNvSpPr>
          <p:nvPr>
            <p:ph type="dt" sz="half" idx="2"/>
          </p:nvPr>
        </p:nvSpPr>
        <p:spPr>
          <a:xfrm>
            <a:off x="838200" y="6356354"/>
            <a:ext cx="2743200" cy="365125"/>
          </a:xfrm>
          <a:prstGeom prst="rect">
            <a:avLst/>
          </a:prstGeom>
        </p:spPr>
        <p:txBody>
          <a:bodyPr vert="horz" lIns="91440" tIns="45720" rIns="91440" bIns="45720" rtlCol="0" anchor="ctr"/>
          <a:lstStyle>
            <a:lvl1pPr algn="l">
              <a:defRPr sz="900">
                <a:solidFill>
                  <a:schemeClr val="tx1">
                    <a:tint val="75000"/>
                  </a:schemeClr>
                </a:solidFill>
              </a:defRPr>
            </a:lvl1pPr>
          </a:lstStyle>
          <a:p>
            <a:endParaRPr lang="en-US"/>
          </a:p>
        </p:txBody>
      </p:sp>
      <p:sp>
        <p:nvSpPr>
          <p:cNvPr id="5" name="Footer Placeholder 4">
            <a:extLst>
              <a:ext uri="{FF2B5EF4-FFF2-40B4-BE49-F238E27FC236}">
                <a16:creationId xmlns:a16="http://schemas.microsoft.com/office/drawing/2014/main" id="{79748F1F-AA4B-E44F-87CA-30B4D3D4B1A6}"/>
              </a:ext>
            </a:extLst>
          </p:cNvPr>
          <p:cNvSpPr>
            <a:spLocks noGrp="1"/>
          </p:cNvSpPr>
          <p:nvPr>
            <p:ph type="ftr" sz="quarter" idx="3"/>
          </p:nvPr>
        </p:nvSpPr>
        <p:spPr>
          <a:xfrm>
            <a:off x="4038600" y="6356354"/>
            <a:ext cx="4114800" cy="365125"/>
          </a:xfrm>
          <a:prstGeom prst="rect">
            <a:avLst/>
          </a:prstGeom>
        </p:spPr>
        <p:txBody>
          <a:bodyPr vert="horz" lIns="91440" tIns="45720" rIns="91440" bIns="45720" rtlCol="0" anchor="ctr"/>
          <a:lstStyle>
            <a:lvl1pPr algn="ctr">
              <a:defRPr sz="900">
                <a:solidFill>
                  <a:schemeClr val="tx1">
                    <a:tint val="75000"/>
                  </a:schemeClr>
                </a:solidFill>
              </a:defRPr>
            </a:lvl1pPr>
          </a:lstStyle>
          <a:p>
            <a:endParaRPr lang="en-US"/>
          </a:p>
        </p:txBody>
      </p:sp>
      <p:sp>
        <p:nvSpPr>
          <p:cNvPr id="6" name="Slide Number Placeholder 5">
            <a:extLst>
              <a:ext uri="{FF2B5EF4-FFF2-40B4-BE49-F238E27FC236}">
                <a16:creationId xmlns:a16="http://schemas.microsoft.com/office/drawing/2014/main" id="{91F76259-99F7-DF4A-8A42-0737A8CCEBF7}"/>
              </a:ext>
            </a:extLst>
          </p:cNvPr>
          <p:cNvSpPr>
            <a:spLocks noGrp="1"/>
          </p:cNvSpPr>
          <p:nvPr>
            <p:ph type="sldNum" sz="quarter" idx="4"/>
          </p:nvPr>
        </p:nvSpPr>
        <p:spPr>
          <a:xfrm>
            <a:off x="8610600" y="6356354"/>
            <a:ext cx="2743200" cy="365125"/>
          </a:xfrm>
          <a:prstGeom prst="rect">
            <a:avLst/>
          </a:prstGeom>
        </p:spPr>
        <p:txBody>
          <a:bodyPr vert="horz" lIns="91440" tIns="45720" rIns="91440" bIns="45720" rtlCol="0" anchor="ctr"/>
          <a:lstStyle>
            <a:lvl1pPr algn="r">
              <a:defRPr sz="900">
                <a:solidFill>
                  <a:schemeClr val="tx1">
                    <a:tint val="75000"/>
                  </a:schemeClr>
                </a:solidFill>
              </a:defRPr>
            </a:lvl1pPr>
          </a:lstStyle>
          <a:p>
            <a:fld id="{71766878-3199-4EAB-94E7-2D6D11070E14}" type="slidenum">
              <a:rPr lang="en-US" smtClean="0"/>
              <a:pPr/>
              <a:t>‹#›</a:t>
            </a:fld>
            <a:endParaRPr lang="en-US"/>
          </a:p>
        </p:txBody>
      </p:sp>
    </p:spTree>
    <p:extLst>
      <p:ext uri="{BB962C8B-B14F-4D97-AF65-F5344CB8AC3E}">
        <p14:creationId xmlns:p14="http://schemas.microsoft.com/office/powerpoint/2010/main" val="2034448342"/>
      </p:ext>
    </p:extLst>
  </p:cSld>
  <p:clrMap bg1="lt1" tx1="dk1" bg2="lt2" tx2="dk2" accent1="accent1" accent2="accent2" accent3="accent3" accent4="accent4" accent5="accent5" accent6="accent6" hlink="hlink" folHlink="folHlink"/>
  <p:sldLayoutIdLst>
    <p:sldLayoutId id="2147483660" r:id="rId1"/>
    <p:sldLayoutId id="2147483661" r:id="rId2"/>
    <p:sldLayoutId id="2147483663" r:id="rId3"/>
  </p:sldLayoutIdLst>
  <p:hf hdr="0" ftr="0" dt="0"/>
  <p:txStyles>
    <p:titleStyle>
      <a:lvl1pPr algn="l" defTabSz="685800" rtl="0" eaLnBrk="1" latinLnBrk="0" hangingPunct="1">
        <a:lnSpc>
          <a:spcPct val="90000"/>
        </a:lnSpc>
        <a:spcBef>
          <a:spcPct val="0"/>
        </a:spcBef>
        <a:buNone/>
        <a:defRPr sz="3000" kern="1200">
          <a:solidFill>
            <a:schemeClr val="tx1"/>
          </a:solidFill>
          <a:latin typeface="Georgia" panose="02040502050405020303" pitchFamily="18" charset="0"/>
          <a:ea typeface="+mj-ea"/>
          <a:cs typeface="+mj-cs"/>
        </a:defRPr>
      </a:lvl1pPr>
    </p:titleStyle>
    <p:bodyStyle>
      <a:lvl1pPr marL="171450" indent="-171450" algn="l" defTabSz="685800" rtl="0" eaLnBrk="1" latinLnBrk="0" hangingPunct="1">
        <a:lnSpc>
          <a:spcPct val="90000"/>
        </a:lnSpc>
        <a:spcBef>
          <a:spcPts val="750"/>
        </a:spcBef>
        <a:buFont typeface="Arial" panose="020B0604020202020204" pitchFamily="34" charset="0"/>
        <a:buChar char="•"/>
        <a:defRPr sz="2100" kern="1200">
          <a:solidFill>
            <a:schemeClr val="tx1"/>
          </a:solidFill>
          <a:latin typeface="+mn-lt"/>
          <a:ea typeface="+mn-ea"/>
          <a:cs typeface="+mn-cs"/>
        </a:defRPr>
      </a:lvl1pPr>
      <a:lvl2pPr marL="514350" indent="-171450" algn="l" defTabSz="685800" rtl="0" eaLnBrk="1" latinLnBrk="0" hangingPunct="1">
        <a:lnSpc>
          <a:spcPct val="90000"/>
        </a:lnSpc>
        <a:spcBef>
          <a:spcPts val="375"/>
        </a:spcBef>
        <a:buFont typeface="Arial" panose="020B0604020202020204" pitchFamily="34" charset="0"/>
        <a:buChar char="•"/>
        <a:defRPr sz="1800" kern="1200">
          <a:solidFill>
            <a:schemeClr val="tx1"/>
          </a:solidFill>
          <a:latin typeface="+mn-lt"/>
          <a:ea typeface="+mn-ea"/>
          <a:cs typeface="+mn-cs"/>
        </a:defRPr>
      </a:lvl2pPr>
      <a:lvl3pPr marL="857250" indent="-171450" algn="l" defTabSz="685800" rtl="0" eaLnBrk="1" latinLnBrk="0" hangingPunct="1">
        <a:lnSpc>
          <a:spcPct val="90000"/>
        </a:lnSpc>
        <a:spcBef>
          <a:spcPts val="375"/>
        </a:spcBef>
        <a:buFont typeface="Arial" panose="020B0604020202020204" pitchFamily="34" charset="0"/>
        <a:buChar char="•"/>
        <a:defRPr sz="1500" kern="1200">
          <a:solidFill>
            <a:schemeClr val="tx1"/>
          </a:solidFill>
          <a:latin typeface="+mn-lt"/>
          <a:ea typeface="+mn-ea"/>
          <a:cs typeface="+mn-cs"/>
        </a:defRPr>
      </a:lvl3pPr>
      <a:lvl4pPr marL="12001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4pPr>
      <a:lvl5pPr marL="15430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5pPr>
      <a:lvl6pPr marL="18859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6pPr>
      <a:lvl7pPr marL="22288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7pPr>
      <a:lvl8pPr marL="25717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8pPr>
      <a:lvl9pPr marL="29146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9pPr>
    </p:bodyStyle>
    <p:otherStyle>
      <a:defPPr>
        <a:defRPr lang="en-US"/>
      </a:defPPr>
      <a:lvl1pPr marL="0" algn="l" defTabSz="685800" rtl="0" eaLnBrk="1" latinLnBrk="0" hangingPunct="1">
        <a:defRPr sz="1350" kern="1200">
          <a:solidFill>
            <a:schemeClr val="tx1"/>
          </a:solidFill>
          <a:latin typeface="+mn-lt"/>
          <a:ea typeface="+mn-ea"/>
          <a:cs typeface="+mn-cs"/>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p:otherStyle>
  </p:txStyles>
  <p:extLst>
    <p:ext uri="{27BBF7A9-308A-43DC-89C8-2F10F3537804}">
      <p15:sldGuideLst xmlns:p15="http://schemas.microsoft.com/office/powerpoint/2012/main"/>
    </p:ext>
  </p:extLst>
</p:sldMaster>
</file>

<file path=ppt/slides/_rels/slide1.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12.xml"/><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13.xml"/><Relationship Id="rId1" Type="http://schemas.openxmlformats.org/officeDocument/2006/relationships/slideLayout" Target="../slideLayouts/slideLayout2.xml"/><Relationship Id="rId4" Type="http://schemas.openxmlformats.org/officeDocument/2006/relationships/image" Target="../media/image7.png"/></Relationships>
</file>

<file path=ppt/slides/_rels/slide15.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14.xml"/><Relationship Id="rId1" Type="http://schemas.openxmlformats.org/officeDocument/2006/relationships/slideLayout" Target="../slideLayouts/slideLayout2.xml"/><Relationship Id="rId4" Type="http://schemas.openxmlformats.org/officeDocument/2006/relationships/image" Target="../media/image9.png"/></Relationships>
</file>

<file path=ppt/slides/_rels/slide16.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15.xml"/><Relationship Id="rId1" Type="http://schemas.openxmlformats.org/officeDocument/2006/relationships/slideLayout" Target="../slideLayouts/slideLayout2.xml"/><Relationship Id="rId4" Type="http://schemas.openxmlformats.org/officeDocument/2006/relationships/image" Target="../media/image11.png"/></Relationships>
</file>

<file path=ppt/slides/_rels/slide17.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16.xml"/><Relationship Id="rId1" Type="http://schemas.openxmlformats.org/officeDocument/2006/relationships/slideLayout" Target="../slideLayouts/slideLayout2.xml"/><Relationship Id="rId4" Type="http://schemas.openxmlformats.org/officeDocument/2006/relationships/image" Target="../media/image13.png"/></Relationships>
</file>

<file path=ppt/slides/_rels/slide18.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notesSlide" Target="../notesSlides/notesSlide17.xml"/><Relationship Id="rId1" Type="http://schemas.openxmlformats.org/officeDocument/2006/relationships/slideLayout" Target="../slideLayouts/slideLayout2.xml"/><Relationship Id="rId4" Type="http://schemas.openxmlformats.org/officeDocument/2006/relationships/image" Target="../media/image15.png"/></Relationships>
</file>

<file path=ppt/slides/_rels/slide19.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notesSlide" Target="../notesSlides/notesSlide18.xml"/><Relationship Id="rId1" Type="http://schemas.openxmlformats.org/officeDocument/2006/relationships/slideLayout" Target="../slideLayouts/slideLayout2.xml"/><Relationship Id="rId5" Type="http://schemas.openxmlformats.org/officeDocument/2006/relationships/image" Target="../media/image18.png"/><Relationship Id="rId4" Type="http://schemas.openxmlformats.org/officeDocument/2006/relationships/image" Target="../media/image17.png"/></Relationships>
</file>

<file path=ppt/slides/_rels/slide20.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notesSlide" Target="../notesSlides/notesSlide19.xml"/><Relationship Id="rId1" Type="http://schemas.openxmlformats.org/officeDocument/2006/relationships/slideLayout" Target="../slideLayouts/slideLayout2.xml"/><Relationship Id="rId4" Type="http://schemas.openxmlformats.org/officeDocument/2006/relationships/image" Target="../media/image20.png"/></Relationships>
</file>

<file path=ppt/slides/_rels/slide21.xml.rels><?xml version="1.0" encoding="UTF-8" standalone="yes"?>
<Relationships xmlns="http://schemas.openxmlformats.org/package/2006/relationships"><Relationship Id="rId3" Type="http://schemas.openxmlformats.org/officeDocument/2006/relationships/image" Target="../media/image21.png"/><Relationship Id="rId2" Type="http://schemas.openxmlformats.org/officeDocument/2006/relationships/notesSlide" Target="../notesSlides/notesSlide20.xml"/><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3" Type="http://schemas.openxmlformats.org/officeDocument/2006/relationships/image" Target="../media/image22.png"/><Relationship Id="rId2" Type="http://schemas.openxmlformats.org/officeDocument/2006/relationships/notesSlide" Target="../notesSlides/notesSlide21.xml"/><Relationship Id="rId1" Type="http://schemas.openxmlformats.org/officeDocument/2006/relationships/slideLayout" Target="../slideLayouts/slideLayout2.xml"/><Relationship Id="rId6" Type="http://schemas.openxmlformats.org/officeDocument/2006/relationships/image" Target="../media/image25.png"/><Relationship Id="rId5" Type="http://schemas.openxmlformats.org/officeDocument/2006/relationships/image" Target="../media/image24.png"/><Relationship Id="rId4" Type="http://schemas.openxmlformats.org/officeDocument/2006/relationships/image" Target="../media/image23.png"/></Relationships>
</file>

<file path=ppt/slides/_rels/slide23.xml.rels><?xml version="1.0" encoding="UTF-8" standalone="yes"?>
<Relationships xmlns="http://schemas.openxmlformats.org/package/2006/relationships"><Relationship Id="rId3" Type="http://schemas.openxmlformats.org/officeDocument/2006/relationships/image" Target="../media/image26.png"/><Relationship Id="rId2" Type="http://schemas.openxmlformats.org/officeDocument/2006/relationships/notesSlide" Target="../notesSlides/notesSlide22.xml"/><Relationship Id="rId1" Type="http://schemas.openxmlformats.org/officeDocument/2006/relationships/slideLayout" Target="../slideLayouts/slideLayout2.xml"/><Relationship Id="rId4" Type="http://schemas.openxmlformats.org/officeDocument/2006/relationships/image" Target="../media/image27.png"/></Relationships>
</file>

<file path=ppt/slides/_rels/slide24.xml.rels><?xml version="1.0" encoding="UTF-8" standalone="yes"?>
<Relationships xmlns="http://schemas.openxmlformats.org/package/2006/relationships"><Relationship Id="rId3" Type="http://schemas.openxmlformats.org/officeDocument/2006/relationships/image" Target="../media/image28.png"/><Relationship Id="rId2" Type="http://schemas.openxmlformats.org/officeDocument/2006/relationships/notesSlide" Target="../notesSlides/notesSlide23.xml"/><Relationship Id="rId1" Type="http://schemas.openxmlformats.org/officeDocument/2006/relationships/slideLayout" Target="../slideLayouts/slideLayout2.xml"/><Relationship Id="rId5" Type="http://schemas.openxmlformats.org/officeDocument/2006/relationships/image" Target="../media/image30.png"/><Relationship Id="rId4" Type="http://schemas.openxmlformats.org/officeDocument/2006/relationships/image" Target="../media/image29.png"/></Relationships>
</file>

<file path=ppt/slides/_rels/slide25.xml.rels><?xml version="1.0" encoding="UTF-8" standalone="yes"?>
<Relationships xmlns="http://schemas.openxmlformats.org/package/2006/relationships"><Relationship Id="rId3" Type="http://schemas.openxmlformats.org/officeDocument/2006/relationships/image" Target="../media/image31.png"/><Relationship Id="rId2" Type="http://schemas.openxmlformats.org/officeDocument/2006/relationships/notesSlide" Target="../notesSlides/notesSlide24.xml"/><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2" Type="http://schemas.openxmlformats.org/officeDocument/2006/relationships/notesSlide" Target="../notesSlides/notesSlide25.xml"/><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2" Type="http://schemas.openxmlformats.org/officeDocument/2006/relationships/notesSlide" Target="../notesSlides/notesSlide26.xml"/><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2" Type="http://schemas.openxmlformats.org/officeDocument/2006/relationships/notesSlide" Target="../notesSlides/notesSlide27.xml"/><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2" Type="http://schemas.openxmlformats.org/officeDocument/2006/relationships/notesSlide" Target="../notesSlides/notesSlide28.xml"/><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16F7BCD-DE16-49A3-B1A7-AEBDA2E59923}"/>
              </a:ext>
            </a:extLst>
          </p:cNvPr>
          <p:cNvSpPr>
            <a:spLocks noGrp="1"/>
          </p:cNvSpPr>
          <p:nvPr>
            <p:ph type="ctrTitle"/>
          </p:nvPr>
        </p:nvSpPr>
        <p:spPr/>
        <p:txBody>
          <a:bodyPr/>
          <a:lstStyle/>
          <a:p>
            <a:endParaRPr lang="en-US"/>
          </a:p>
        </p:txBody>
      </p:sp>
      <p:sp>
        <p:nvSpPr>
          <p:cNvPr id="3" name="Subtitle 2">
            <a:extLst>
              <a:ext uri="{FF2B5EF4-FFF2-40B4-BE49-F238E27FC236}">
                <a16:creationId xmlns:a16="http://schemas.microsoft.com/office/drawing/2014/main" id="{98DECB28-C985-4B5A-9CDD-08CA290545D3}"/>
              </a:ext>
            </a:extLst>
          </p:cNvPr>
          <p:cNvSpPr>
            <a:spLocks noGrp="1"/>
          </p:cNvSpPr>
          <p:nvPr>
            <p:ph type="subTitle" idx="1"/>
          </p:nvPr>
        </p:nvSpPr>
        <p:spPr/>
        <p:txBody>
          <a:bodyPr/>
          <a:lstStyle/>
          <a:p>
            <a:endParaRPr lang="en-US"/>
          </a:p>
        </p:txBody>
      </p:sp>
      <p:sp>
        <p:nvSpPr>
          <p:cNvPr id="4" name="Rectangle 3">
            <a:extLst>
              <a:ext uri="{FF2B5EF4-FFF2-40B4-BE49-F238E27FC236}">
                <a16:creationId xmlns:a16="http://schemas.microsoft.com/office/drawing/2014/main" id="{BC0CFD00-3FA3-41EB-9053-EE933B60616C}"/>
              </a:ext>
            </a:extLst>
          </p:cNvPr>
          <p:cNvSpPr/>
          <p:nvPr/>
        </p:nvSpPr>
        <p:spPr>
          <a:xfrm>
            <a:off x="0" y="-4762"/>
            <a:ext cx="12192000" cy="7213600"/>
          </a:xfrm>
          <a:prstGeom prst="rect">
            <a:avLst/>
          </a:prstGeom>
          <a:solidFill>
            <a:srgbClr val="B8114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914400"/>
            <a:endParaRPr lang="en-US" sz="4400" dirty="0">
              <a:solidFill>
                <a:prstClr val="white"/>
              </a:solidFill>
              <a:latin typeface="Georgia" panose="02040502050405020303" pitchFamily="18" charset="0"/>
            </a:endParaRPr>
          </a:p>
        </p:txBody>
      </p:sp>
      <p:pic>
        <p:nvPicPr>
          <p:cNvPr id="6" name="Picture 5" descr="A picture containing drawing&#10;&#10;Description automatically generated">
            <a:extLst>
              <a:ext uri="{FF2B5EF4-FFF2-40B4-BE49-F238E27FC236}">
                <a16:creationId xmlns:a16="http://schemas.microsoft.com/office/drawing/2014/main" id="{601DD6C4-398E-4151-A3CB-D0D93CDFAAEE}"/>
              </a:ext>
            </a:extLst>
          </p:cNvPr>
          <p:cNvPicPr>
            <a:picLocks noChangeAspect="1"/>
          </p:cNvPicPr>
          <p:nvPr/>
        </p:nvPicPr>
        <p:blipFill>
          <a:blip r:embed="rId2"/>
          <a:stretch>
            <a:fillRect/>
          </a:stretch>
        </p:blipFill>
        <p:spPr>
          <a:xfrm>
            <a:off x="7601101" y="5349875"/>
            <a:ext cx="4590899" cy="1473199"/>
          </a:xfrm>
          <a:prstGeom prst="rect">
            <a:avLst/>
          </a:prstGeom>
        </p:spPr>
      </p:pic>
      <p:sp>
        <p:nvSpPr>
          <p:cNvPr id="9" name="Slide Number Placeholder 1">
            <a:extLst>
              <a:ext uri="{FF2B5EF4-FFF2-40B4-BE49-F238E27FC236}">
                <a16:creationId xmlns:a16="http://schemas.microsoft.com/office/drawing/2014/main" id="{D6331B53-2438-4F04-85AA-8E0753CB5A59}"/>
              </a:ext>
            </a:extLst>
          </p:cNvPr>
          <p:cNvSpPr>
            <a:spLocks noGrp="1"/>
          </p:cNvSpPr>
          <p:nvPr>
            <p:ph type="sldNum" sz="quarter" idx="12"/>
          </p:nvPr>
        </p:nvSpPr>
        <p:spPr>
          <a:xfrm>
            <a:off x="8610600" y="6356350"/>
            <a:ext cx="2743200" cy="365125"/>
          </a:xfrm>
        </p:spPr>
        <p:txBody>
          <a:bodyPr/>
          <a:lstStyle/>
          <a:p>
            <a:fld id="{71766878-3199-4EAB-94E7-2D6D11070E14}" type="slidenum">
              <a:rPr lang="en-US" smtClean="0"/>
              <a:pPr/>
              <a:t>1</a:t>
            </a:fld>
            <a:endParaRPr lang="en-US" dirty="0"/>
          </a:p>
        </p:txBody>
      </p:sp>
      <p:sp>
        <p:nvSpPr>
          <p:cNvPr id="10" name="Rectangle 9">
            <a:extLst>
              <a:ext uri="{FF2B5EF4-FFF2-40B4-BE49-F238E27FC236}">
                <a16:creationId xmlns:a16="http://schemas.microsoft.com/office/drawing/2014/main" id="{4765D4A2-2674-4D26-B5DA-1CFF8AFC3301}"/>
              </a:ext>
            </a:extLst>
          </p:cNvPr>
          <p:cNvSpPr/>
          <p:nvPr/>
        </p:nvSpPr>
        <p:spPr>
          <a:xfrm>
            <a:off x="482638" y="884286"/>
            <a:ext cx="11487140" cy="954107"/>
          </a:xfrm>
          <a:prstGeom prst="rect">
            <a:avLst/>
          </a:prstGeom>
          <a:noFill/>
        </p:spPr>
        <p:txBody>
          <a:bodyPr wrap="square" lIns="91440" tIns="45720" rIns="91440" bIns="45720" anchor="t">
            <a:spAutoFit/>
          </a:bodyPr>
          <a:lstStyle/>
          <a:p>
            <a:pPr algn="ctr">
              <a:spcAft>
                <a:spcPts val="600"/>
              </a:spcAft>
            </a:pPr>
            <a:r>
              <a:rPr lang="en-US" sz="2800" kern="2400" dirty="0">
                <a:solidFill>
                  <a:schemeClr val="bg1"/>
                </a:solidFill>
                <a:latin typeface="Times New Roman" panose="02020603050405020304" pitchFamily="18" charset="0"/>
                <a:ea typeface="MS Mincho" panose="02020609040205080304" pitchFamily="49" charset="-128"/>
              </a:rPr>
              <a:t>A Comprehensive Business Analytics Framework for E-Commerce: Customer Segmentation, Churn Prediction &amp; Sales Forecasting</a:t>
            </a:r>
            <a:endParaRPr lang="en-US" sz="2800" dirty="0">
              <a:solidFill>
                <a:schemeClr val="bg1"/>
              </a:solidFill>
              <a:effectLst/>
              <a:latin typeface="Times New Roman" panose="02020603050405020304" pitchFamily="18" charset="0"/>
              <a:ea typeface="MS Mincho" panose="02020609040205080304" pitchFamily="49" charset="-128"/>
            </a:endParaRPr>
          </a:p>
        </p:txBody>
      </p:sp>
      <p:sp>
        <p:nvSpPr>
          <p:cNvPr id="14" name="Team Members     Group No: 13…">
            <a:extLst>
              <a:ext uri="{FF2B5EF4-FFF2-40B4-BE49-F238E27FC236}">
                <a16:creationId xmlns:a16="http://schemas.microsoft.com/office/drawing/2014/main" id="{D2EE4D94-3119-A8EC-3E4E-C059441E1B2A}"/>
              </a:ext>
            </a:extLst>
          </p:cNvPr>
          <p:cNvSpPr txBox="1"/>
          <p:nvPr/>
        </p:nvSpPr>
        <p:spPr>
          <a:xfrm>
            <a:off x="1784417" y="2401956"/>
            <a:ext cx="8883583" cy="2545488"/>
          </a:xfrm>
          <a:prstGeom prst="rect">
            <a:avLst/>
          </a:prstGeom>
          <a:noFill/>
          <a:ln w="12700" cap="flat">
            <a:noFill/>
            <a:miter lim="400000"/>
          </a:ln>
          <a:effectLst/>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wrap="square" lIns="45719" tIns="45719" rIns="45719" bIns="45719" numCol="1" anchor="t">
            <a:noAutofit/>
          </a:bodyPr>
          <a:lstStyle/>
          <a:p>
            <a:pPr>
              <a:lnSpc>
                <a:spcPct val="80000"/>
              </a:lnSpc>
              <a:spcBef>
                <a:spcPts val="400"/>
              </a:spcBef>
              <a:defRPr sz="2000" b="1">
                <a:latin typeface="+mn-lt"/>
                <a:ea typeface="+mn-ea"/>
                <a:cs typeface="+mn-cs"/>
                <a:sym typeface="Arial"/>
              </a:defRPr>
            </a:pPr>
            <a:r>
              <a:rPr sz="2000" dirty="0">
                <a:solidFill>
                  <a:schemeClr val="bg1">
                    <a:lumMod val="95000"/>
                  </a:schemeClr>
                </a:solidFill>
                <a:latin typeface="Times New Roman" panose="02020603050405020304" pitchFamily="18" charset="0"/>
                <a:cs typeface="Times New Roman" panose="02020603050405020304" pitchFamily="18" charset="0"/>
              </a:rPr>
              <a:t>Team</a:t>
            </a:r>
            <a:r>
              <a:rPr lang="en-IN" sz="2000" dirty="0">
                <a:solidFill>
                  <a:schemeClr val="bg1">
                    <a:lumMod val="95000"/>
                  </a:schemeClr>
                </a:solidFill>
                <a:latin typeface="Times New Roman" panose="02020603050405020304" pitchFamily="18" charset="0"/>
                <a:cs typeface="Times New Roman" panose="02020603050405020304" pitchFamily="18" charset="0"/>
              </a:rPr>
              <a:t>_No</a:t>
            </a:r>
            <a:r>
              <a:rPr lang="en-US" sz="2000" dirty="0">
                <a:solidFill>
                  <a:schemeClr val="bg1">
                    <a:lumMod val="95000"/>
                  </a:schemeClr>
                </a:solidFill>
                <a:latin typeface="Times New Roman" panose="02020603050405020304" pitchFamily="18" charset="0"/>
                <a:cs typeface="Times New Roman" panose="02020603050405020304" pitchFamily="18" charset="0"/>
              </a:rPr>
              <a:t>: 15                     </a:t>
            </a:r>
            <a:r>
              <a:rPr sz="2000" dirty="0">
                <a:solidFill>
                  <a:schemeClr val="bg1">
                    <a:lumMod val="95000"/>
                  </a:schemeClr>
                </a:solidFill>
                <a:latin typeface="Times New Roman" panose="02020603050405020304" pitchFamily="18" charset="0"/>
                <a:cs typeface="Times New Roman" panose="02020603050405020304" pitchFamily="18" charset="0"/>
              </a:rPr>
              <a:t>		</a:t>
            </a:r>
            <a:r>
              <a:rPr lang="en-IN" sz="2000" dirty="0">
                <a:solidFill>
                  <a:schemeClr val="bg1">
                    <a:lumMod val="95000"/>
                  </a:schemeClr>
                </a:solidFill>
                <a:latin typeface="Times New Roman" panose="02020603050405020304" pitchFamily="18" charset="0"/>
                <a:cs typeface="Times New Roman" panose="02020603050405020304" pitchFamily="18" charset="0"/>
              </a:rPr>
              <a:t>   		</a:t>
            </a:r>
            <a:endParaRPr sz="2000" dirty="0">
              <a:solidFill>
                <a:schemeClr val="bg1">
                  <a:lumMod val="95000"/>
                </a:schemeClr>
              </a:solidFill>
              <a:latin typeface="Times New Roman" panose="02020603050405020304" pitchFamily="18" charset="0"/>
              <a:cs typeface="Times New Roman" panose="02020603050405020304" pitchFamily="18" charset="0"/>
            </a:endParaRPr>
          </a:p>
          <a:p>
            <a:pPr>
              <a:lnSpc>
                <a:spcPct val="80000"/>
              </a:lnSpc>
              <a:spcBef>
                <a:spcPts val="400"/>
              </a:spcBef>
              <a:defRPr sz="2000"/>
            </a:pPr>
            <a:endParaRPr lang="en-US" sz="2000" dirty="0">
              <a:solidFill>
                <a:schemeClr val="bg1">
                  <a:lumMod val="95000"/>
                </a:schemeClr>
              </a:solidFill>
              <a:latin typeface="Times New Roman" panose="02020603050405020304" pitchFamily="18" charset="0"/>
              <a:cs typeface="Times New Roman" panose="02020603050405020304" pitchFamily="18" charset="0"/>
            </a:endParaRPr>
          </a:p>
          <a:p>
            <a:pPr>
              <a:lnSpc>
                <a:spcPct val="80000"/>
              </a:lnSpc>
              <a:spcBef>
                <a:spcPts val="400"/>
              </a:spcBef>
              <a:defRPr sz="2000"/>
            </a:pPr>
            <a:endParaRPr sz="2000" dirty="0">
              <a:solidFill>
                <a:schemeClr val="bg1">
                  <a:lumMod val="95000"/>
                </a:schemeClr>
              </a:solidFill>
              <a:latin typeface="Times New Roman" panose="02020603050405020304" pitchFamily="18" charset="0"/>
              <a:cs typeface="Times New Roman" panose="02020603050405020304" pitchFamily="18" charset="0"/>
            </a:endParaRPr>
          </a:p>
          <a:p>
            <a:pPr>
              <a:lnSpc>
                <a:spcPct val="80000"/>
              </a:lnSpc>
              <a:spcBef>
                <a:spcPts val="400"/>
              </a:spcBef>
              <a:defRPr sz="2000"/>
            </a:pPr>
            <a:endParaRPr sz="2000" dirty="0">
              <a:solidFill>
                <a:schemeClr val="bg1">
                  <a:lumMod val="95000"/>
                </a:schemeClr>
              </a:solidFill>
              <a:latin typeface="Times New Roman" panose="02020603050405020304" pitchFamily="18" charset="0"/>
              <a:cs typeface="Times New Roman" panose="02020603050405020304" pitchFamily="18" charset="0"/>
            </a:endParaRPr>
          </a:p>
          <a:p>
            <a:pPr>
              <a:lnSpc>
                <a:spcPct val="80000"/>
              </a:lnSpc>
              <a:spcBef>
                <a:spcPts val="400"/>
              </a:spcBef>
              <a:defRPr sz="2000" b="1">
                <a:latin typeface="+mn-lt"/>
                <a:ea typeface="+mn-ea"/>
                <a:cs typeface="+mn-cs"/>
                <a:sym typeface="Arial"/>
              </a:defRPr>
            </a:pPr>
            <a:endParaRPr lang="en-IN" sz="2000" dirty="0">
              <a:solidFill>
                <a:schemeClr val="bg1">
                  <a:lumMod val="95000"/>
                </a:schemeClr>
              </a:solidFill>
              <a:latin typeface="Times New Roman" panose="02020603050405020304" pitchFamily="18" charset="0"/>
              <a:cs typeface="Times New Roman" panose="02020603050405020304" pitchFamily="18" charset="0"/>
            </a:endParaRPr>
          </a:p>
          <a:p>
            <a:pPr>
              <a:lnSpc>
                <a:spcPct val="80000"/>
              </a:lnSpc>
              <a:spcBef>
                <a:spcPts val="400"/>
              </a:spcBef>
              <a:defRPr sz="2000" b="1">
                <a:latin typeface="+mn-lt"/>
                <a:ea typeface="+mn-ea"/>
                <a:cs typeface="+mn-cs"/>
                <a:sym typeface="Arial"/>
              </a:defRPr>
            </a:pPr>
            <a:endParaRPr lang="en-IN" sz="2000" dirty="0">
              <a:solidFill>
                <a:schemeClr val="bg1">
                  <a:lumMod val="95000"/>
                </a:schemeClr>
              </a:solidFill>
              <a:latin typeface="Times New Roman" panose="02020603050405020304" pitchFamily="18" charset="0"/>
              <a:cs typeface="Times New Roman" panose="02020603050405020304" pitchFamily="18" charset="0"/>
            </a:endParaRPr>
          </a:p>
          <a:p>
            <a:pPr>
              <a:lnSpc>
                <a:spcPct val="80000"/>
              </a:lnSpc>
              <a:spcBef>
                <a:spcPts val="400"/>
              </a:spcBef>
              <a:defRPr sz="2000" b="1">
                <a:latin typeface="+mn-lt"/>
                <a:ea typeface="+mn-ea"/>
                <a:cs typeface="+mn-cs"/>
                <a:sym typeface="Arial"/>
              </a:defRPr>
            </a:pPr>
            <a:endParaRPr lang="en-IN" sz="2000" dirty="0">
              <a:solidFill>
                <a:schemeClr val="bg1">
                  <a:lumMod val="95000"/>
                </a:schemeClr>
              </a:solidFill>
              <a:latin typeface="Times New Roman" panose="02020603050405020304" pitchFamily="18" charset="0"/>
              <a:cs typeface="Times New Roman" panose="02020603050405020304" pitchFamily="18" charset="0"/>
            </a:endParaRPr>
          </a:p>
        </p:txBody>
      </p:sp>
      <p:graphicFrame>
        <p:nvGraphicFramePr>
          <p:cNvPr id="5" name="Table 4">
            <a:extLst>
              <a:ext uri="{FF2B5EF4-FFF2-40B4-BE49-F238E27FC236}">
                <a16:creationId xmlns:a16="http://schemas.microsoft.com/office/drawing/2014/main" id="{D833893D-57F9-13F0-1A9E-78EFD75DF4DF}"/>
              </a:ext>
            </a:extLst>
          </p:cNvPr>
          <p:cNvGraphicFramePr>
            <a:graphicFrameLocks noGrp="1"/>
          </p:cNvGraphicFramePr>
          <p:nvPr>
            <p:extLst>
              <p:ext uri="{D42A27DB-BD31-4B8C-83A1-F6EECF244321}">
                <p14:modId xmlns:p14="http://schemas.microsoft.com/office/powerpoint/2010/main" val="2652210999"/>
              </p:ext>
            </p:extLst>
          </p:nvPr>
        </p:nvGraphicFramePr>
        <p:xfrm>
          <a:off x="1854201" y="3093244"/>
          <a:ext cx="8127999" cy="1854200"/>
        </p:xfrm>
        <a:graphic>
          <a:graphicData uri="http://schemas.openxmlformats.org/drawingml/2006/table">
            <a:tbl>
              <a:tblPr firstRow="1" bandRow="1">
                <a:tableStyleId>{5940675A-B579-460E-94D1-54222C63F5DA}</a:tableStyleId>
              </a:tblPr>
              <a:tblGrid>
                <a:gridCol w="2709333">
                  <a:extLst>
                    <a:ext uri="{9D8B030D-6E8A-4147-A177-3AD203B41FA5}">
                      <a16:colId xmlns:a16="http://schemas.microsoft.com/office/drawing/2014/main" val="3670770399"/>
                    </a:ext>
                  </a:extLst>
                </a:gridCol>
                <a:gridCol w="2709333">
                  <a:extLst>
                    <a:ext uri="{9D8B030D-6E8A-4147-A177-3AD203B41FA5}">
                      <a16:colId xmlns:a16="http://schemas.microsoft.com/office/drawing/2014/main" val="1363837561"/>
                    </a:ext>
                  </a:extLst>
                </a:gridCol>
                <a:gridCol w="2709333">
                  <a:extLst>
                    <a:ext uri="{9D8B030D-6E8A-4147-A177-3AD203B41FA5}">
                      <a16:colId xmlns:a16="http://schemas.microsoft.com/office/drawing/2014/main" val="2339064786"/>
                    </a:ext>
                  </a:extLst>
                </a:gridCol>
              </a:tblGrid>
              <a:tr h="370840">
                <a:tc>
                  <a:txBody>
                    <a:bodyPr/>
                    <a:lstStyle/>
                    <a:p>
                      <a:pPr algn="ctr"/>
                      <a:r>
                        <a:rPr lang="en-IN" sz="1800" b="1" dirty="0">
                          <a:solidFill>
                            <a:schemeClr val="bg1">
                              <a:lumMod val="95000"/>
                            </a:schemeClr>
                          </a:solidFill>
                          <a:latin typeface="Times New Roman" panose="02020603050405020304" pitchFamily="18" charset="0"/>
                          <a:cs typeface="Times New Roman" panose="02020603050405020304" pitchFamily="18" charset="0"/>
                        </a:rPr>
                        <a:t>Sl. No.</a:t>
                      </a:r>
                      <a:endParaRPr lang="en-US" sz="1800" b="1" dirty="0">
                        <a:solidFill>
                          <a:schemeClr val="bg1">
                            <a:lumMod val="95000"/>
                          </a:schemeClr>
                        </a:solidFill>
                        <a:latin typeface="Times New Roman" panose="02020603050405020304" pitchFamily="18" charset="0"/>
                        <a:cs typeface="Times New Roman" panose="02020603050405020304" pitchFamily="18" charset="0"/>
                      </a:endParaRPr>
                    </a:p>
                  </a:txBody>
                  <a:tcPr/>
                </a:tc>
                <a:tc>
                  <a:txBody>
                    <a:bodyPr/>
                    <a:lstStyle/>
                    <a:p>
                      <a:pPr algn="ctr"/>
                      <a:r>
                        <a:rPr lang="en-IN" sz="1800" b="1" dirty="0">
                          <a:solidFill>
                            <a:schemeClr val="bg1">
                              <a:lumMod val="95000"/>
                            </a:schemeClr>
                          </a:solidFill>
                          <a:latin typeface="Times New Roman" panose="02020603050405020304" pitchFamily="18" charset="0"/>
                          <a:cs typeface="Times New Roman" panose="02020603050405020304" pitchFamily="18" charset="0"/>
                        </a:rPr>
                        <a:t>Reg. No.</a:t>
                      </a:r>
                      <a:endParaRPr lang="en-US" sz="1800" b="1" dirty="0">
                        <a:solidFill>
                          <a:schemeClr val="bg1">
                            <a:lumMod val="95000"/>
                          </a:schemeClr>
                        </a:solidFill>
                        <a:latin typeface="Times New Roman" panose="02020603050405020304" pitchFamily="18" charset="0"/>
                        <a:cs typeface="Times New Roman" panose="02020603050405020304" pitchFamily="18" charset="0"/>
                      </a:endParaRPr>
                    </a:p>
                  </a:txBody>
                  <a:tcPr/>
                </a:tc>
                <a:tc>
                  <a:txBody>
                    <a:bodyPr/>
                    <a:lstStyle/>
                    <a:p>
                      <a:pPr algn="ctr"/>
                      <a:r>
                        <a:rPr lang="en-IN" sz="1800" b="1" dirty="0">
                          <a:solidFill>
                            <a:schemeClr val="bg1">
                              <a:lumMod val="95000"/>
                            </a:schemeClr>
                          </a:solidFill>
                          <a:latin typeface="Times New Roman" panose="02020603050405020304" pitchFamily="18" charset="0"/>
                          <a:cs typeface="Times New Roman" panose="02020603050405020304" pitchFamily="18" charset="0"/>
                        </a:rPr>
                        <a:t>Name of the student</a:t>
                      </a:r>
                      <a:endParaRPr lang="en-US" sz="1800" b="1" dirty="0">
                        <a:solidFill>
                          <a:schemeClr val="bg1">
                            <a:lumMod val="95000"/>
                          </a:schemeClr>
                        </a:solidFill>
                        <a:latin typeface="Times New Roman" panose="02020603050405020304" pitchFamily="18" charset="0"/>
                        <a:cs typeface="Times New Roman" panose="02020603050405020304" pitchFamily="18" charset="0"/>
                      </a:endParaRPr>
                    </a:p>
                  </a:txBody>
                  <a:tcPr/>
                </a:tc>
                <a:extLst>
                  <a:ext uri="{0D108BD9-81ED-4DB2-BD59-A6C34878D82A}">
                    <a16:rowId xmlns:a16="http://schemas.microsoft.com/office/drawing/2014/main" val="2105067376"/>
                  </a:ext>
                </a:extLst>
              </a:tr>
              <a:tr h="370840">
                <a:tc>
                  <a:txBody>
                    <a:bodyPr/>
                    <a:lstStyle/>
                    <a:p>
                      <a:pPr algn="ctr"/>
                      <a:r>
                        <a:rPr lang="en-US" sz="1800" b="1" dirty="0">
                          <a:solidFill>
                            <a:schemeClr val="bg1">
                              <a:lumMod val="95000"/>
                            </a:schemeClr>
                          </a:solidFill>
                          <a:latin typeface="Times New Roman" panose="02020603050405020304" pitchFamily="18" charset="0"/>
                          <a:cs typeface="Times New Roman" panose="02020603050405020304" pitchFamily="18" charset="0"/>
                        </a:rPr>
                        <a:t>1</a:t>
                      </a:r>
                    </a:p>
                  </a:txBody>
                  <a:tcPr/>
                </a:tc>
                <a:tc>
                  <a:txBody>
                    <a:bodyPr/>
                    <a:lstStyle/>
                    <a:p>
                      <a:pPr marL="0" marR="0" lvl="0" indent="0" algn="ctr" defTabSz="685800" rtl="0" eaLnBrk="1" fontAlgn="auto" latinLnBrk="0" hangingPunct="1">
                        <a:lnSpc>
                          <a:spcPct val="100000"/>
                        </a:lnSpc>
                        <a:spcBef>
                          <a:spcPts val="0"/>
                        </a:spcBef>
                        <a:spcAft>
                          <a:spcPts val="0"/>
                        </a:spcAft>
                        <a:buClrTx/>
                        <a:buSzTx/>
                        <a:buFontTx/>
                        <a:buNone/>
                        <a:tabLst/>
                        <a:defRPr/>
                      </a:pPr>
                      <a:r>
                        <a:rPr lang="en-US" sz="1800" b="1" dirty="0">
                          <a:solidFill>
                            <a:schemeClr val="bg1">
                              <a:lumMod val="95000"/>
                            </a:schemeClr>
                          </a:solidFill>
                          <a:latin typeface="Times New Roman" panose="02020603050405020304" pitchFamily="18" charset="0"/>
                          <a:ea typeface="Times New Roman"/>
                          <a:cs typeface="Times New Roman" panose="02020603050405020304" pitchFamily="18" charset="0"/>
                          <a:sym typeface="Times New Roman"/>
                        </a:rPr>
                        <a:t>Ch. Dinesh</a:t>
                      </a:r>
                    </a:p>
                  </a:txBody>
                  <a:tcPr/>
                </a:tc>
                <a:tc>
                  <a:txBody>
                    <a:bodyPr/>
                    <a:lstStyle/>
                    <a:p>
                      <a:pPr marL="0" marR="0" lvl="0" indent="0" algn="ctr" defTabSz="685800" rtl="0" eaLnBrk="1" fontAlgn="auto" latinLnBrk="0" hangingPunct="1">
                        <a:lnSpc>
                          <a:spcPct val="100000"/>
                        </a:lnSpc>
                        <a:spcBef>
                          <a:spcPts val="0"/>
                        </a:spcBef>
                        <a:spcAft>
                          <a:spcPts val="0"/>
                        </a:spcAft>
                        <a:buClrTx/>
                        <a:buSzTx/>
                        <a:buFontTx/>
                        <a:buNone/>
                        <a:tabLst/>
                        <a:defRPr/>
                      </a:pPr>
                      <a:r>
                        <a:rPr lang="en-US" sz="1800" b="1" dirty="0">
                          <a:solidFill>
                            <a:schemeClr val="bg1">
                              <a:lumMod val="95000"/>
                            </a:schemeClr>
                          </a:solidFill>
                          <a:latin typeface="Times New Roman" panose="02020603050405020304" pitchFamily="18" charset="0"/>
                          <a:ea typeface="Times New Roman"/>
                          <a:cs typeface="Times New Roman" panose="02020603050405020304" pitchFamily="18" charset="0"/>
                          <a:sym typeface="Times New Roman"/>
                        </a:rPr>
                        <a:t>BL.EN.U4CSE22015</a:t>
                      </a:r>
                    </a:p>
                  </a:txBody>
                  <a:tcPr/>
                </a:tc>
                <a:extLst>
                  <a:ext uri="{0D108BD9-81ED-4DB2-BD59-A6C34878D82A}">
                    <a16:rowId xmlns:a16="http://schemas.microsoft.com/office/drawing/2014/main" val="2315262420"/>
                  </a:ext>
                </a:extLst>
              </a:tr>
              <a:tr h="370840">
                <a:tc>
                  <a:txBody>
                    <a:bodyPr/>
                    <a:lstStyle/>
                    <a:p>
                      <a:pPr algn="ctr"/>
                      <a:r>
                        <a:rPr lang="en-US" sz="1800" b="1" dirty="0">
                          <a:solidFill>
                            <a:schemeClr val="bg1">
                              <a:lumMod val="95000"/>
                            </a:schemeClr>
                          </a:solidFill>
                          <a:latin typeface="Times New Roman" panose="02020603050405020304" pitchFamily="18" charset="0"/>
                          <a:cs typeface="Times New Roman" panose="02020603050405020304" pitchFamily="18" charset="0"/>
                        </a:rPr>
                        <a:t>2</a:t>
                      </a:r>
                    </a:p>
                  </a:txBody>
                  <a:tcPr/>
                </a:tc>
                <a:tc>
                  <a:txBody>
                    <a:bodyPr/>
                    <a:lstStyle/>
                    <a:p>
                      <a:pPr marL="0" marR="0" lvl="0" indent="0" algn="ctr" defTabSz="685800" rtl="0" eaLnBrk="1" fontAlgn="auto" latinLnBrk="0" hangingPunct="1">
                        <a:lnSpc>
                          <a:spcPct val="100000"/>
                        </a:lnSpc>
                        <a:spcBef>
                          <a:spcPts val="0"/>
                        </a:spcBef>
                        <a:spcAft>
                          <a:spcPts val="0"/>
                        </a:spcAft>
                        <a:buClrTx/>
                        <a:buSzTx/>
                        <a:buFontTx/>
                        <a:buNone/>
                        <a:tabLst/>
                        <a:defRPr/>
                      </a:pPr>
                      <a:r>
                        <a:rPr lang="en-US" sz="1800" b="1" dirty="0">
                          <a:solidFill>
                            <a:schemeClr val="bg1">
                              <a:lumMod val="95000"/>
                            </a:schemeClr>
                          </a:solidFill>
                          <a:latin typeface="Times New Roman" panose="02020603050405020304" pitchFamily="18" charset="0"/>
                          <a:ea typeface="Times New Roman"/>
                          <a:cs typeface="Times New Roman" panose="02020603050405020304" pitchFamily="18" charset="0"/>
                          <a:sym typeface="Times New Roman"/>
                        </a:rPr>
                        <a:t>G. Krishna Koushik</a:t>
                      </a:r>
                    </a:p>
                  </a:txBody>
                  <a:tcPr/>
                </a:tc>
                <a:tc>
                  <a:txBody>
                    <a:bodyPr/>
                    <a:lstStyle/>
                    <a:p>
                      <a:pPr marL="0" marR="0" lvl="0" indent="0" algn="ctr" defTabSz="685800" rtl="0" eaLnBrk="1" fontAlgn="auto" latinLnBrk="0" hangingPunct="1">
                        <a:lnSpc>
                          <a:spcPct val="100000"/>
                        </a:lnSpc>
                        <a:spcBef>
                          <a:spcPts val="0"/>
                        </a:spcBef>
                        <a:spcAft>
                          <a:spcPts val="0"/>
                        </a:spcAft>
                        <a:buClrTx/>
                        <a:buSzTx/>
                        <a:buFontTx/>
                        <a:buNone/>
                        <a:tabLst/>
                        <a:defRPr/>
                      </a:pPr>
                      <a:r>
                        <a:rPr lang="en-US" sz="1800" b="1" dirty="0">
                          <a:solidFill>
                            <a:schemeClr val="bg1">
                              <a:lumMod val="95000"/>
                            </a:schemeClr>
                          </a:solidFill>
                          <a:latin typeface="Times New Roman" panose="02020603050405020304" pitchFamily="18" charset="0"/>
                          <a:ea typeface="Times New Roman"/>
                          <a:cs typeface="Times New Roman" panose="02020603050405020304" pitchFamily="18" charset="0"/>
                          <a:sym typeface="Times New Roman"/>
                        </a:rPr>
                        <a:t>BL.EN.U4CSE22023</a:t>
                      </a:r>
                    </a:p>
                  </a:txBody>
                  <a:tcPr/>
                </a:tc>
                <a:extLst>
                  <a:ext uri="{0D108BD9-81ED-4DB2-BD59-A6C34878D82A}">
                    <a16:rowId xmlns:a16="http://schemas.microsoft.com/office/drawing/2014/main" val="3796351589"/>
                  </a:ext>
                </a:extLst>
              </a:tr>
              <a:tr h="370840">
                <a:tc>
                  <a:txBody>
                    <a:bodyPr/>
                    <a:lstStyle/>
                    <a:p>
                      <a:pPr algn="ctr"/>
                      <a:r>
                        <a:rPr lang="en-IN" sz="1800" b="1" dirty="0">
                          <a:solidFill>
                            <a:schemeClr val="bg1"/>
                          </a:solidFill>
                          <a:latin typeface="Times New Roman" panose="02020603050405020304" pitchFamily="18" charset="0"/>
                          <a:cs typeface="Times New Roman" panose="02020603050405020304" pitchFamily="18" charset="0"/>
                        </a:rPr>
                        <a:t>3</a:t>
                      </a:r>
                    </a:p>
                  </a:txBody>
                  <a:tcPr/>
                </a:tc>
                <a:tc>
                  <a:txBody>
                    <a:bodyPr/>
                    <a:lstStyle/>
                    <a:p>
                      <a:pPr algn="ctr"/>
                      <a:r>
                        <a:rPr lang="en-IN" sz="1800" b="1" dirty="0">
                          <a:solidFill>
                            <a:schemeClr val="bg1"/>
                          </a:solidFill>
                          <a:latin typeface="Times New Roman" panose="02020603050405020304" pitchFamily="18" charset="0"/>
                          <a:cs typeface="Times New Roman" panose="02020603050405020304" pitchFamily="18" charset="0"/>
                        </a:rPr>
                        <a:t>P. Jaya Chetan</a:t>
                      </a:r>
                    </a:p>
                  </a:txBody>
                  <a:tcPr/>
                </a:tc>
                <a:tc>
                  <a:txBody>
                    <a:bodyPr/>
                    <a:lstStyle/>
                    <a:p>
                      <a:pPr algn="ctr"/>
                      <a:r>
                        <a:rPr lang="en-IN" sz="1800" b="1" dirty="0">
                          <a:solidFill>
                            <a:schemeClr val="bg1"/>
                          </a:solidFill>
                          <a:latin typeface="Times New Roman" panose="02020603050405020304" pitchFamily="18" charset="0"/>
                          <a:cs typeface="Times New Roman" panose="02020603050405020304" pitchFamily="18" charset="0"/>
                        </a:rPr>
                        <a:t>BL.EN.U4CSE22044</a:t>
                      </a:r>
                    </a:p>
                  </a:txBody>
                  <a:tcPr/>
                </a:tc>
                <a:extLst>
                  <a:ext uri="{0D108BD9-81ED-4DB2-BD59-A6C34878D82A}">
                    <a16:rowId xmlns:a16="http://schemas.microsoft.com/office/drawing/2014/main" val="3458629449"/>
                  </a:ext>
                </a:extLst>
              </a:tr>
              <a:tr h="370840">
                <a:tc>
                  <a:txBody>
                    <a:bodyPr/>
                    <a:lstStyle/>
                    <a:p>
                      <a:pPr algn="ctr"/>
                      <a:r>
                        <a:rPr lang="en-IN" sz="1800" b="1" dirty="0">
                          <a:solidFill>
                            <a:schemeClr val="bg1"/>
                          </a:solidFill>
                          <a:latin typeface="Times New Roman" panose="02020603050405020304" pitchFamily="18" charset="0"/>
                          <a:cs typeface="Times New Roman" panose="02020603050405020304" pitchFamily="18" charset="0"/>
                        </a:rPr>
                        <a:t>4</a:t>
                      </a:r>
                    </a:p>
                  </a:txBody>
                  <a:tcPr/>
                </a:tc>
                <a:tc>
                  <a:txBody>
                    <a:bodyPr/>
                    <a:lstStyle/>
                    <a:p>
                      <a:pPr algn="ctr"/>
                      <a:r>
                        <a:rPr lang="en-IN" sz="1800" b="1" dirty="0">
                          <a:solidFill>
                            <a:schemeClr val="bg1"/>
                          </a:solidFill>
                          <a:latin typeface="Times New Roman" panose="02020603050405020304" pitchFamily="18" charset="0"/>
                          <a:cs typeface="Times New Roman" panose="02020603050405020304" pitchFamily="18" charset="0"/>
                        </a:rPr>
                        <a:t>Ch. Anil Kumar</a:t>
                      </a:r>
                    </a:p>
                  </a:txBody>
                  <a:tcPr/>
                </a:tc>
                <a:tc>
                  <a:txBody>
                    <a:bodyPr/>
                    <a:lstStyle/>
                    <a:p>
                      <a:pPr algn="ctr"/>
                      <a:r>
                        <a:rPr lang="en-IN" sz="1800" b="1" dirty="0">
                          <a:solidFill>
                            <a:schemeClr val="bg1"/>
                          </a:solidFill>
                          <a:latin typeface="Times New Roman" panose="02020603050405020304" pitchFamily="18" charset="0"/>
                          <a:cs typeface="Times New Roman" panose="02020603050405020304" pitchFamily="18" charset="0"/>
                        </a:rPr>
                        <a:t>BL.EN.U4CSE22213</a:t>
                      </a:r>
                    </a:p>
                  </a:txBody>
                  <a:tcPr/>
                </a:tc>
                <a:extLst>
                  <a:ext uri="{0D108BD9-81ED-4DB2-BD59-A6C34878D82A}">
                    <a16:rowId xmlns:a16="http://schemas.microsoft.com/office/drawing/2014/main" val="3623790024"/>
                  </a:ext>
                </a:extLst>
              </a:tr>
            </a:tbl>
          </a:graphicData>
        </a:graphic>
      </p:graphicFrame>
    </p:spTree>
    <p:extLst>
      <p:ext uri="{BB962C8B-B14F-4D97-AF65-F5344CB8AC3E}">
        <p14:creationId xmlns:p14="http://schemas.microsoft.com/office/powerpoint/2010/main" val="4123341510"/>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E54BD9D3-CCA6-B9E3-9FD5-3138BB534BC4}"/>
              </a:ext>
            </a:extLst>
          </p:cNvPr>
          <p:cNvSpPr>
            <a:spLocks noGrp="1"/>
          </p:cNvSpPr>
          <p:nvPr>
            <p:ph type="title"/>
          </p:nvPr>
        </p:nvSpPr>
        <p:spPr>
          <a:xfrm>
            <a:off x="1807190" y="134185"/>
            <a:ext cx="8577617" cy="316081"/>
          </a:xfrm>
        </p:spPr>
        <p:txBody>
          <a:bodyPr/>
          <a:lstStyle/>
          <a:p>
            <a:pPr algn="ctr"/>
            <a:r>
              <a:rPr lang="en-US" dirty="0">
                <a:solidFill>
                  <a:srgbClr val="FF0000"/>
                </a:solidFill>
                <a:cs typeface="Times New Roman" panose="02020603050405020304" pitchFamily="18" charset="0"/>
              </a:rPr>
              <a:t>Problem Statement &amp; Objective</a:t>
            </a:r>
            <a:endParaRPr lang="en-IN" dirty="0">
              <a:solidFill>
                <a:srgbClr val="FF0000"/>
              </a:solidFill>
              <a:cs typeface="Times New Roman" panose="02020603050405020304" pitchFamily="18" charset="0"/>
            </a:endParaRPr>
          </a:p>
        </p:txBody>
      </p:sp>
      <p:sp>
        <p:nvSpPr>
          <p:cNvPr id="4" name="Slide Number Placeholder 3">
            <a:extLst>
              <a:ext uri="{FF2B5EF4-FFF2-40B4-BE49-F238E27FC236}">
                <a16:creationId xmlns:a16="http://schemas.microsoft.com/office/drawing/2014/main" id="{AB4B4754-B439-82E8-5162-661DE8ED02D8}"/>
              </a:ext>
            </a:extLst>
          </p:cNvPr>
          <p:cNvSpPr>
            <a:spLocks noGrp="1"/>
          </p:cNvSpPr>
          <p:nvPr>
            <p:ph type="sldNum" sz="quarter" idx="12"/>
          </p:nvPr>
        </p:nvSpPr>
        <p:spPr/>
        <p:txBody>
          <a:bodyPr/>
          <a:lstStyle/>
          <a:p>
            <a:pPr defTabSz="685800" hangingPunct="1"/>
            <a:fld id="{71766878-3199-4EAB-94E7-2D6D11070E14}" type="slidenum">
              <a:rPr lang="en-US" kern="1200">
                <a:solidFill>
                  <a:prstClr val="white"/>
                </a:solidFill>
                <a:latin typeface="Calibri"/>
                <a:ea typeface="+mn-ea"/>
                <a:cs typeface="+mn-cs"/>
              </a:rPr>
              <a:pPr defTabSz="685800" hangingPunct="1"/>
              <a:t>2</a:t>
            </a:fld>
            <a:endParaRPr lang="en-US" kern="1200">
              <a:solidFill>
                <a:prstClr val="white"/>
              </a:solidFill>
              <a:latin typeface="Calibri"/>
              <a:ea typeface="+mn-ea"/>
              <a:cs typeface="+mn-cs"/>
            </a:endParaRPr>
          </a:p>
        </p:txBody>
      </p:sp>
      <p:sp>
        <p:nvSpPr>
          <p:cNvPr id="5" name="TextBox 4">
            <a:extLst>
              <a:ext uri="{FF2B5EF4-FFF2-40B4-BE49-F238E27FC236}">
                <a16:creationId xmlns:a16="http://schemas.microsoft.com/office/drawing/2014/main" id="{EBCF9E02-7280-1424-21DF-17E85C53E62A}"/>
              </a:ext>
            </a:extLst>
          </p:cNvPr>
          <p:cNvSpPr txBox="1"/>
          <p:nvPr/>
        </p:nvSpPr>
        <p:spPr>
          <a:xfrm>
            <a:off x="1253983" y="979123"/>
            <a:ext cx="9999944" cy="4401205"/>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marL="457200" indent="-457200">
              <a:buFont typeface="Arial" panose="020B0604020202020204" pitchFamily="34" charset="0"/>
              <a:buChar char="•"/>
            </a:pPr>
            <a:r>
              <a:rPr lang="en-US" sz="2800" dirty="0"/>
              <a:t>E-commerce businesses struggle to understand diverse customer behavior, leading to inefficient marketing and decreasing retention.</a:t>
            </a:r>
          </a:p>
          <a:p>
            <a:pPr marL="457200" indent="-457200">
              <a:buFont typeface="Arial" panose="020B0604020202020204" pitchFamily="34" charset="0"/>
              <a:buChar char="•"/>
            </a:pPr>
            <a:r>
              <a:rPr lang="en-US" sz="2800" dirty="0"/>
              <a:t>Lack of clear customer segmentation makes it difficult to target high-value customers or identify at-risk segments.</a:t>
            </a:r>
          </a:p>
          <a:p>
            <a:pPr marL="457200" indent="-457200">
              <a:buFont typeface="Arial" panose="020B0604020202020204" pitchFamily="34" charset="0"/>
              <a:buChar char="•"/>
            </a:pPr>
            <a:r>
              <a:rPr lang="en-US" sz="2800" dirty="0"/>
              <a:t>Increasing customer churn impacts long-term revenue, yet businesses often fail to predict churn early using data-driven methods.</a:t>
            </a:r>
          </a:p>
          <a:p>
            <a:pPr marL="457200" indent="-457200">
              <a:buFont typeface="Arial" panose="020B0604020202020204" pitchFamily="34" charset="0"/>
              <a:buChar char="•"/>
            </a:pPr>
            <a:r>
              <a:rPr lang="en-US" sz="2800" dirty="0"/>
              <a:t>Future sales trends are uncertain, making inventory planning and financial decision-making challenging without forecasting.</a:t>
            </a:r>
          </a:p>
        </p:txBody>
      </p:sp>
    </p:spTree>
    <p:extLst>
      <p:ext uri="{BB962C8B-B14F-4D97-AF65-F5344CB8AC3E}">
        <p14:creationId xmlns:p14="http://schemas.microsoft.com/office/powerpoint/2010/main" val="29162206"/>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E54BD9D3-CCA6-B9E3-9FD5-3138BB534BC4}"/>
              </a:ext>
            </a:extLst>
          </p:cNvPr>
          <p:cNvSpPr>
            <a:spLocks noGrp="1"/>
          </p:cNvSpPr>
          <p:nvPr>
            <p:ph type="title"/>
          </p:nvPr>
        </p:nvSpPr>
        <p:spPr>
          <a:xfrm>
            <a:off x="1807190" y="134185"/>
            <a:ext cx="8577617" cy="316081"/>
          </a:xfrm>
        </p:spPr>
        <p:txBody>
          <a:bodyPr/>
          <a:lstStyle/>
          <a:p>
            <a:pPr algn="ctr"/>
            <a:r>
              <a:rPr lang="en-US" dirty="0">
                <a:solidFill>
                  <a:srgbClr val="FF0000"/>
                </a:solidFill>
                <a:cs typeface="Times New Roman" panose="02020603050405020304" pitchFamily="18" charset="0"/>
              </a:rPr>
              <a:t>Dataset Description</a:t>
            </a:r>
            <a:endParaRPr lang="en-IN" dirty="0">
              <a:solidFill>
                <a:srgbClr val="FF0000"/>
              </a:solidFill>
              <a:cs typeface="Times New Roman" panose="02020603050405020304" pitchFamily="18" charset="0"/>
            </a:endParaRPr>
          </a:p>
        </p:txBody>
      </p:sp>
      <p:sp>
        <p:nvSpPr>
          <p:cNvPr id="4" name="Slide Number Placeholder 3">
            <a:extLst>
              <a:ext uri="{FF2B5EF4-FFF2-40B4-BE49-F238E27FC236}">
                <a16:creationId xmlns:a16="http://schemas.microsoft.com/office/drawing/2014/main" id="{AB4B4754-B439-82E8-5162-661DE8ED02D8}"/>
              </a:ext>
            </a:extLst>
          </p:cNvPr>
          <p:cNvSpPr>
            <a:spLocks noGrp="1"/>
          </p:cNvSpPr>
          <p:nvPr>
            <p:ph type="sldNum" sz="quarter" idx="12"/>
          </p:nvPr>
        </p:nvSpPr>
        <p:spPr/>
        <p:txBody>
          <a:bodyPr/>
          <a:lstStyle/>
          <a:p>
            <a:pPr defTabSz="685800" hangingPunct="1"/>
            <a:fld id="{71766878-3199-4EAB-94E7-2D6D11070E14}" type="slidenum">
              <a:rPr lang="en-US" kern="1200">
                <a:solidFill>
                  <a:prstClr val="white"/>
                </a:solidFill>
                <a:latin typeface="Calibri"/>
                <a:ea typeface="+mn-ea"/>
                <a:cs typeface="+mn-cs"/>
              </a:rPr>
              <a:pPr defTabSz="685800" hangingPunct="1"/>
              <a:t>3</a:t>
            </a:fld>
            <a:endParaRPr lang="en-US" kern="1200">
              <a:solidFill>
                <a:prstClr val="white"/>
              </a:solidFill>
              <a:latin typeface="Calibri"/>
              <a:ea typeface="+mn-ea"/>
              <a:cs typeface="+mn-cs"/>
            </a:endParaRPr>
          </a:p>
        </p:txBody>
      </p:sp>
      <p:sp>
        <p:nvSpPr>
          <p:cNvPr id="2" name="TextBox 1">
            <a:extLst>
              <a:ext uri="{FF2B5EF4-FFF2-40B4-BE49-F238E27FC236}">
                <a16:creationId xmlns:a16="http://schemas.microsoft.com/office/drawing/2014/main" id="{55C9456D-A5E9-9BC7-0018-90E143589FDD}"/>
              </a:ext>
            </a:extLst>
          </p:cNvPr>
          <p:cNvSpPr txBox="1"/>
          <p:nvPr/>
        </p:nvSpPr>
        <p:spPr>
          <a:xfrm>
            <a:off x="609598" y="622986"/>
            <a:ext cx="10972800" cy="6524863"/>
          </a:xfrm>
          <a:prstGeom prst="rect">
            <a:avLst/>
          </a:prstGeom>
          <a:noFill/>
        </p:spPr>
        <p:txBody>
          <a:bodyPr wrap="square" rtlCol="0">
            <a:spAutoFit/>
          </a:bodyPr>
          <a:lstStyle/>
          <a:p>
            <a:r>
              <a:rPr lang="en-IN" sz="2400" b="1" dirty="0"/>
              <a:t>Relevance of the Dataset used:</a:t>
            </a:r>
          </a:p>
          <a:p>
            <a:r>
              <a:rPr lang="en-US" sz="2300" dirty="0"/>
              <a:t>The dataset used in this project is a recent and comprehensive e-commerce transactional dataset that captures real customer purchase behavior, including invoice details, product categories, payment methods, and geographic information. Its richness and recency make it highly suitable for business analytics tasks such as RFM-based customer segmentation, churn prediction, CLV estimation, and sales forecasting. Because it reflects realistic and modern e-commerce trends, the dataset provides meaningful insights that can directly support strategic decision-making and improve customer retention, marketing effectiveness, and revenue planning.</a:t>
            </a:r>
          </a:p>
          <a:p>
            <a:endParaRPr lang="en-US" sz="2300" dirty="0"/>
          </a:p>
          <a:p>
            <a:r>
              <a:rPr lang="en-IN" sz="2400" b="1" dirty="0"/>
              <a:t>Dataset Information:</a:t>
            </a:r>
          </a:p>
          <a:p>
            <a:r>
              <a:rPr lang="en-US" sz="2300" b="1" dirty="0"/>
              <a:t>Category</a:t>
            </a:r>
            <a:r>
              <a:rPr lang="en-US" sz="2300" dirty="0"/>
              <a:t>: Customer and Shopper Data                 </a:t>
            </a:r>
            <a:r>
              <a:rPr lang="en-IN" sz="2300" b="1" dirty="0"/>
              <a:t>Rows</a:t>
            </a:r>
            <a:r>
              <a:rPr lang="en-IN" sz="2300" dirty="0"/>
              <a:t>: 1,000,000</a:t>
            </a:r>
            <a:endParaRPr lang="en-US" sz="2300" dirty="0"/>
          </a:p>
          <a:p>
            <a:r>
              <a:rPr lang="en-US" sz="2300" b="1" dirty="0"/>
              <a:t>Industry</a:t>
            </a:r>
            <a:r>
              <a:rPr lang="en-US" sz="2300" dirty="0"/>
              <a:t>: Retail &amp; E-Commerce		     </a:t>
            </a:r>
            <a:r>
              <a:rPr lang="en-IN" sz="2300" b="1" dirty="0"/>
              <a:t>Columns</a:t>
            </a:r>
            <a:r>
              <a:rPr lang="en-IN" sz="2300" dirty="0"/>
              <a:t>: 14</a:t>
            </a:r>
            <a:endParaRPr lang="en-US" sz="2300" dirty="0"/>
          </a:p>
          <a:p>
            <a:r>
              <a:rPr lang="en-US" sz="2300" b="1" dirty="0"/>
              <a:t>Country</a:t>
            </a:r>
            <a:r>
              <a:rPr lang="en-US" sz="2300" dirty="0"/>
              <a:t>: Nigeria				     </a:t>
            </a:r>
            <a:r>
              <a:rPr lang="en-IN" sz="2300" b="1" dirty="0"/>
              <a:t>Date Generated</a:t>
            </a:r>
            <a:r>
              <a:rPr lang="en-IN" sz="2300" dirty="0"/>
              <a:t>: 2025-10-06</a:t>
            </a:r>
            <a:endParaRPr lang="en-US" sz="2300" dirty="0"/>
          </a:p>
          <a:p>
            <a:r>
              <a:rPr lang="en-US" sz="2300" b="1" dirty="0"/>
              <a:t>Format</a:t>
            </a:r>
            <a:r>
              <a:rPr lang="en-US" sz="2300" dirty="0"/>
              <a:t>: CSV, Parquet			                  </a:t>
            </a:r>
            <a:r>
              <a:rPr lang="en-US" sz="2300" b="1" dirty="0"/>
              <a:t>Location</a:t>
            </a:r>
            <a:r>
              <a:rPr lang="en-US" sz="2300" dirty="0"/>
              <a:t>: Nigeria</a:t>
            </a:r>
          </a:p>
          <a:p>
            <a:endParaRPr lang="en-US" sz="2300" dirty="0"/>
          </a:p>
          <a:p>
            <a:endParaRPr lang="en-US" sz="2400" dirty="0"/>
          </a:p>
          <a:p>
            <a:endParaRPr lang="en-IN" sz="2400" b="1" dirty="0"/>
          </a:p>
        </p:txBody>
      </p:sp>
    </p:spTree>
    <p:extLst>
      <p:ext uri="{BB962C8B-B14F-4D97-AF65-F5344CB8AC3E}">
        <p14:creationId xmlns:p14="http://schemas.microsoft.com/office/powerpoint/2010/main" val="3499854614"/>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C5099EC-CC31-3E5E-D02C-0F994254F002}"/>
            </a:ext>
          </a:extLst>
        </p:cNvPr>
        <p:cNvGrpSpPr/>
        <p:nvPr/>
      </p:nvGrpSpPr>
      <p:grpSpPr>
        <a:xfrm>
          <a:off x="0" y="0"/>
          <a:ext cx="0" cy="0"/>
          <a:chOff x="0" y="0"/>
          <a:chExt cx="0" cy="0"/>
        </a:xfrm>
      </p:grpSpPr>
      <p:sp>
        <p:nvSpPr>
          <p:cNvPr id="3" name="Title 2">
            <a:extLst>
              <a:ext uri="{FF2B5EF4-FFF2-40B4-BE49-F238E27FC236}">
                <a16:creationId xmlns:a16="http://schemas.microsoft.com/office/drawing/2014/main" id="{A2217FE6-A5CD-742B-6BF7-59625D435520}"/>
              </a:ext>
            </a:extLst>
          </p:cNvPr>
          <p:cNvSpPr>
            <a:spLocks noGrp="1"/>
          </p:cNvSpPr>
          <p:nvPr>
            <p:ph type="title"/>
          </p:nvPr>
        </p:nvSpPr>
        <p:spPr>
          <a:xfrm>
            <a:off x="1807190" y="134185"/>
            <a:ext cx="8577617" cy="316081"/>
          </a:xfrm>
        </p:spPr>
        <p:txBody>
          <a:bodyPr/>
          <a:lstStyle/>
          <a:p>
            <a:pPr algn="ctr"/>
            <a:r>
              <a:rPr lang="en-US" dirty="0">
                <a:solidFill>
                  <a:srgbClr val="FF0000"/>
                </a:solidFill>
                <a:cs typeface="Times New Roman" panose="02020603050405020304" pitchFamily="18" charset="0"/>
              </a:rPr>
              <a:t>Dataset Description   Contd..</a:t>
            </a:r>
            <a:endParaRPr lang="en-IN" dirty="0">
              <a:solidFill>
                <a:srgbClr val="FF0000"/>
              </a:solidFill>
              <a:cs typeface="Times New Roman" panose="02020603050405020304" pitchFamily="18" charset="0"/>
            </a:endParaRPr>
          </a:p>
        </p:txBody>
      </p:sp>
      <p:sp>
        <p:nvSpPr>
          <p:cNvPr id="4" name="Slide Number Placeholder 3">
            <a:extLst>
              <a:ext uri="{FF2B5EF4-FFF2-40B4-BE49-F238E27FC236}">
                <a16:creationId xmlns:a16="http://schemas.microsoft.com/office/drawing/2014/main" id="{AD5108EA-E425-F6B5-7EE2-1E3A2E809563}"/>
              </a:ext>
            </a:extLst>
          </p:cNvPr>
          <p:cNvSpPr>
            <a:spLocks noGrp="1"/>
          </p:cNvSpPr>
          <p:nvPr>
            <p:ph type="sldNum" sz="quarter" idx="12"/>
          </p:nvPr>
        </p:nvSpPr>
        <p:spPr/>
        <p:txBody>
          <a:bodyPr/>
          <a:lstStyle/>
          <a:p>
            <a:pPr defTabSz="685800" hangingPunct="1"/>
            <a:fld id="{71766878-3199-4EAB-94E7-2D6D11070E14}" type="slidenum">
              <a:rPr lang="en-US" kern="1200">
                <a:solidFill>
                  <a:prstClr val="white"/>
                </a:solidFill>
                <a:latin typeface="Calibri"/>
                <a:ea typeface="+mn-ea"/>
                <a:cs typeface="+mn-cs"/>
              </a:rPr>
              <a:pPr defTabSz="685800" hangingPunct="1"/>
              <a:t>4</a:t>
            </a:fld>
            <a:endParaRPr lang="en-US" kern="1200">
              <a:solidFill>
                <a:prstClr val="white"/>
              </a:solidFill>
              <a:latin typeface="Calibri"/>
              <a:ea typeface="+mn-ea"/>
              <a:cs typeface="+mn-cs"/>
            </a:endParaRPr>
          </a:p>
        </p:txBody>
      </p:sp>
      <p:sp>
        <p:nvSpPr>
          <p:cNvPr id="2" name="TextBox 1">
            <a:extLst>
              <a:ext uri="{FF2B5EF4-FFF2-40B4-BE49-F238E27FC236}">
                <a16:creationId xmlns:a16="http://schemas.microsoft.com/office/drawing/2014/main" id="{00096CA6-CBE3-BD48-AC0F-6C13B98ECA7A}"/>
              </a:ext>
            </a:extLst>
          </p:cNvPr>
          <p:cNvSpPr txBox="1"/>
          <p:nvPr/>
        </p:nvSpPr>
        <p:spPr>
          <a:xfrm>
            <a:off x="1300478" y="596155"/>
            <a:ext cx="10972800" cy="830997"/>
          </a:xfrm>
          <a:prstGeom prst="rect">
            <a:avLst/>
          </a:prstGeom>
          <a:noFill/>
        </p:spPr>
        <p:txBody>
          <a:bodyPr wrap="square" rtlCol="0">
            <a:spAutoFit/>
          </a:bodyPr>
          <a:lstStyle/>
          <a:p>
            <a:r>
              <a:rPr lang="en-IN" sz="2400" b="1" dirty="0"/>
              <a:t>Dataset Schema:</a:t>
            </a:r>
          </a:p>
          <a:p>
            <a:endParaRPr lang="en-IN" sz="2400" b="1" dirty="0"/>
          </a:p>
        </p:txBody>
      </p:sp>
      <p:graphicFrame>
        <p:nvGraphicFramePr>
          <p:cNvPr id="6" name="Table 5">
            <a:extLst>
              <a:ext uri="{FF2B5EF4-FFF2-40B4-BE49-F238E27FC236}">
                <a16:creationId xmlns:a16="http://schemas.microsoft.com/office/drawing/2014/main" id="{D22C5414-19E7-B3C8-B876-B2F86C2E2D6D}"/>
              </a:ext>
            </a:extLst>
          </p:cNvPr>
          <p:cNvGraphicFramePr>
            <a:graphicFrameLocks noGrp="1"/>
          </p:cNvGraphicFramePr>
          <p:nvPr>
            <p:extLst>
              <p:ext uri="{D42A27DB-BD31-4B8C-83A1-F6EECF244321}">
                <p14:modId xmlns:p14="http://schemas.microsoft.com/office/powerpoint/2010/main" val="3377723314"/>
              </p:ext>
            </p:extLst>
          </p:nvPr>
        </p:nvGraphicFramePr>
        <p:xfrm>
          <a:off x="1807190" y="1080245"/>
          <a:ext cx="8127999" cy="5181600"/>
        </p:xfrm>
        <a:graphic>
          <a:graphicData uri="http://schemas.openxmlformats.org/drawingml/2006/table">
            <a:tbl>
              <a:tblPr firstRow="1" bandRow="1">
                <a:tableStyleId>{5940675A-B579-460E-94D1-54222C63F5DA}</a:tableStyleId>
              </a:tblPr>
              <a:tblGrid>
                <a:gridCol w="2709333">
                  <a:extLst>
                    <a:ext uri="{9D8B030D-6E8A-4147-A177-3AD203B41FA5}">
                      <a16:colId xmlns:a16="http://schemas.microsoft.com/office/drawing/2014/main" val="3783655037"/>
                    </a:ext>
                  </a:extLst>
                </a:gridCol>
                <a:gridCol w="2709333">
                  <a:extLst>
                    <a:ext uri="{9D8B030D-6E8A-4147-A177-3AD203B41FA5}">
                      <a16:colId xmlns:a16="http://schemas.microsoft.com/office/drawing/2014/main" val="1243583557"/>
                    </a:ext>
                  </a:extLst>
                </a:gridCol>
                <a:gridCol w="2709333">
                  <a:extLst>
                    <a:ext uri="{9D8B030D-6E8A-4147-A177-3AD203B41FA5}">
                      <a16:colId xmlns:a16="http://schemas.microsoft.com/office/drawing/2014/main" val="2742094891"/>
                    </a:ext>
                  </a:extLst>
                </a:gridCol>
              </a:tblGrid>
              <a:tr h="335499">
                <a:tc>
                  <a:txBody>
                    <a:bodyPr/>
                    <a:lstStyle/>
                    <a:p>
                      <a:pPr algn="ctr" fontAlgn="ctr">
                        <a:buNone/>
                      </a:pPr>
                      <a:r>
                        <a:rPr lang="en-IN" sz="1600" b="1" dirty="0">
                          <a:effectLst/>
                          <a:latin typeface="Times New Roman" panose="02020603050405020304" pitchFamily="18" charset="0"/>
                          <a:cs typeface="Times New Roman" panose="02020603050405020304" pitchFamily="18" charset="0"/>
                        </a:rPr>
                        <a:t>Column</a:t>
                      </a:r>
                    </a:p>
                  </a:txBody>
                  <a:tcPr marL="50800" marR="50800" marT="50800" marB="50800" anchor="ctr"/>
                </a:tc>
                <a:tc>
                  <a:txBody>
                    <a:bodyPr/>
                    <a:lstStyle/>
                    <a:p>
                      <a:pPr algn="ctr" fontAlgn="ctr">
                        <a:buNone/>
                      </a:pPr>
                      <a:r>
                        <a:rPr lang="en-IN" sz="1600" b="1" dirty="0">
                          <a:effectLst/>
                          <a:latin typeface="Times New Roman" panose="02020603050405020304" pitchFamily="18" charset="0"/>
                          <a:cs typeface="Times New Roman" panose="02020603050405020304" pitchFamily="18" charset="0"/>
                        </a:rPr>
                        <a:t>Type</a:t>
                      </a:r>
                    </a:p>
                  </a:txBody>
                  <a:tcPr marL="50800" marR="50800" marT="50800" marB="50800" anchor="ctr"/>
                </a:tc>
                <a:tc>
                  <a:txBody>
                    <a:bodyPr/>
                    <a:lstStyle/>
                    <a:p>
                      <a:pPr algn="ctr" fontAlgn="ctr">
                        <a:buNone/>
                      </a:pPr>
                      <a:r>
                        <a:rPr lang="en-IN" sz="1600" b="1" dirty="0">
                          <a:effectLst/>
                          <a:latin typeface="Times New Roman" panose="02020603050405020304" pitchFamily="18" charset="0"/>
                          <a:cs typeface="Times New Roman" panose="02020603050405020304" pitchFamily="18" charset="0"/>
                        </a:rPr>
                        <a:t>Sample Values</a:t>
                      </a:r>
                    </a:p>
                  </a:txBody>
                  <a:tcPr marL="50800" marR="50800" marT="50800" marB="50800" anchor="ctr"/>
                </a:tc>
                <a:extLst>
                  <a:ext uri="{0D108BD9-81ED-4DB2-BD59-A6C34878D82A}">
                    <a16:rowId xmlns:a16="http://schemas.microsoft.com/office/drawing/2014/main" val="3744385933"/>
                  </a:ext>
                </a:extLst>
              </a:tr>
              <a:tr h="335499">
                <a:tc>
                  <a:txBody>
                    <a:bodyPr/>
                    <a:lstStyle/>
                    <a:p>
                      <a:pPr algn="ctr" fontAlgn="t">
                        <a:lnSpc>
                          <a:spcPts val="1500"/>
                        </a:lnSpc>
                        <a:buNone/>
                      </a:pPr>
                      <a:r>
                        <a:rPr lang="en-IN" sz="1600" b="0">
                          <a:effectLst/>
                          <a:latin typeface="Times New Roman" panose="02020603050405020304" pitchFamily="18" charset="0"/>
                          <a:cs typeface="Times New Roman" panose="02020603050405020304" pitchFamily="18" charset="0"/>
                        </a:rPr>
                        <a:t>purchase_id</a:t>
                      </a:r>
                      <a:endParaRPr lang="en-IN" sz="1600">
                        <a:effectLst/>
                        <a:latin typeface="Times New Roman" panose="02020603050405020304" pitchFamily="18" charset="0"/>
                        <a:cs typeface="Times New Roman" panose="02020603050405020304" pitchFamily="18" charset="0"/>
                      </a:endParaRPr>
                    </a:p>
                  </a:txBody>
                  <a:tcPr marL="50800" marR="50800" marT="50800" marB="50800"/>
                </a:tc>
                <a:tc>
                  <a:txBody>
                    <a:bodyPr/>
                    <a:lstStyle/>
                    <a:p>
                      <a:pPr algn="ctr" fontAlgn="t">
                        <a:buNone/>
                      </a:pPr>
                      <a:r>
                        <a:rPr lang="en-IN" sz="1600">
                          <a:effectLst/>
                          <a:latin typeface="Times New Roman" panose="02020603050405020304" pitchFamily="18" charset="0"/>
                          <a:cs typeface="Times New Roman" panose="02020603050405020304" pitchFamily="18" charset="0"/>
                        </a:rPr>
                        <a:t>String</a:t>
                      </a:r>
                    </a:p>
                  </a:txBody>
                  <a:tcPr marL="50800" marR="50800" marT="50800" marB="50800"/>
                </a:tc>
                <a:tc>
                  <a:txBody>
                    <a:bodyPr/>
                    <a:lstStyle/>
                    <a:p>
                      <a:pPr algn="ctr" fontAlgn="t">
                        <a:buNone/>
                      </a:pPr>
                      <a:r>
                        <a:rPr lang="en-IN" sz="1600" dirty="0">
                          <a:effectLst/>
                          <a:latin typeface="Times New Roman" panose="02020603050405020304" pitchFamily="18" charset="0"/>
                          <a:cs typeface="Times New Roman" panose="02020603050405020304" pitchFamily="18" charset="0"/>
                        </a:rPr>
                        <a:t>PUR0000000</a:t>
                      </a:r>
                    </a:p>
                  </a:txBody>
                  <a:tcPr marL="50800" marR="50800" marT="50800" marB="50800"/>
                </a:tc>
                <a:extLst>
                  <a:ext uri="{0D108BD9-81ED-4DB2-BD59-A6C34878D82A}">
                    <a16:rowId xmlns:a16="http://schemas.microsoft.com/office/drawing/2014/main" val="1880216315"/>
                  </a:ext>
                </a:extLst>
              </a:tr>
              <a:tr h="335499">
                <a:tc>
                  <a:txBody>
                    <a:bodyPr/>
                    <a:lstStyle/>
                    <a:p>
                      <a:pPr algn="ctr" fontAlgn="t">
                        <a:lnSpc>
                          <a:spcPts val="1500"/>
                        </a:lnSpc>
                        <a:buNone/>
                      </a:pPr>
                      <a:r>
                        <a:rPr lang="en-IN" sz="1600" b="0">
                          <a:effectLst/>
                          <a:latin typeface="Times New Roman" panose="02020603050405020304" pitchFamily="18" charset="0"/>
                          <a:cs typeface="Times New Roman" panose="02020603050405020304" pitchFamily="18" charset="0"/>
                        </a:rPr>
                        <a:t>customer_id</a:t>
                      </a:r>
                      <a:endParaRPr lang="en-IN" sz="1600">
                        <a:effectLst/>
                        <a:latin typeface="Times New Roman" panose="02020603050405020304" pitchFamily="18" charset="0"/>
                        <a:cs typeface="Times New Roman" panose="02020603050405020304" pitchFamily="18" charset="0"/>
                      </a:endParaRPr>
                    </a:p>
                  </a:txBody>
                  <a:tcPr marL="50800" marR="50800" marT="50800" marB="50800"/>
                </a:tc>
                <a:tc>
                  <a:txBody>
                    <a:bodyPr/>
                    <a:lstStyle/>
                    <a:p>
                      <a:pPr algn="ctr" fontAlgn="t">
                        <a:buNone/>
                      </a:pPr>
                      <a:r>
                        <a:rPr lang="en-IN" sz="1600">
                          <a:effectLst/>
                          <a:latin typeface="Times New Roman" panose="02020603050405020304" pitchFamily="18" charset="0"/>
                          <a:cs typeface="Times New Roman" panose="02020603050405020304" pitchFamily="18" charset="0"/>
                        </a:rPr>
                        <a:t>String</a:t>
                      </a:r>
                    </a:p>
                  </a:txBody>
                  <a:tcPr marL="50800" marR="50800" marT="50800" marB="50800"/>
                </a:tc>
                <a:tc>
                  <a:txBody>
                    <a:bodyPr/>
                    <a:lstStyle/>
                    <a:p>
                      <a:pPr algn="ctr" fontAlgn="t">
                        <a:buNone/>
                      </a:pPr>
                      <a:r>
                        <a:rPr lang="en-IN" sz="1600" dirty="0">
                          <a:effectLst/>
                          <a:latin typeface="Times New Roman" panose="02020603050405020304" pitchFamily="18" charset="0"/>
                          <a:cs typeface="Times New Roman" panose="02020603050405020304" pitchFamily="18" charset="0"/>
                        </a:rPr>
                        <a:t>CUST738296</a:t>
                      </a:r>
                    </a:p>
                  </a:txBody>
                  <a:tcPr marL="50800" marR="50800" marT="50800" marB="50800"/>
                </a:tc>
                <a:extLst>
                  <a:ext uri="{0D108BD9-81ED-4DB2-BD59-A6C34878D82A}">
                    <a16:rowId xmlns:a16="http://schemas.microsoft.com/office/drawing/2014/main" val="1486311794"/>
                  </a:ext>
                </a:extLst>
              </a:tr>
              <a:tr h="335499">
                <a:tc>
                  <a:txBody>
                    <a:bodyPr/>
                    <a:lstStyle/>
                    <a:p>
                      <a:pPr algn="ctr" fontAlgn="t">
                        <a:lnSpc>
                          <a:spcPts val="1500"/>
                        </a:lnSpc>
                        <a:buNone/>
                      </a:pPr>
                      <a:r>
                        <a:rPr lang="en-IN" sz="1600" b="0" dirty="0" err="1">
                          <a:effectLst/>
                          <a:latin typeface="Times New Roman" panose="02020603050405020304" pitchFamily="18" charset="0"/>
                          <a:cs typeface="Times New Roman" panose="02020603050405020304" pitchFamily="18" charset="0"/>
                        </a:rPr>
                        <a:t>purchase_date</a:t>
                      </a:r>
                      <a:endParaRPr lang="en-IN" sz="1600" dirty="0">
                        <a:effectLst/>
                        <a:latin typeface="Times New Roman" panose="02020603050405020304" pitchFamily="18" charset="0"/>
                        <a:cs typeface="Times New Roman" panose="02020603050405020304" pitchFamily="18" charset="0"/>
                      </a:endParaRPr>
                    </a:p>
                  </a:txBody>
                  <a:tcPr marL="50800" marR="50800" marT="50800" marB="50800"/>
                </a:tc>
                <a:tc>
                  <a:txBody>
                    <a:bodyPr/>
                    <a:lstStyle/>
                    <a:p>
                      <a:pPr algn="ctr" fontAlgn="t">
                        <a:buNone/>
                      </a:pPr>
                      <a:r>
                        <a:rPr lang="en-IN" sz="1600">
                          <a:effectLst/>
                          <a:latin typeface="Times New Roman" panose="02020603050405020304" pitchFamily="18" charset="0"/>
                          <a:cs typeface="Times New Roman" panose="02020603050405020304" pitchFamily="18" charset="0"/>
                        </a:rPr>
                        <a:t>String</a:t>
                      </a:r>
                    </a:p>
                  </a:txBody>
                  <a:tcPr marL="50800" marR="50800" marT="50800" marB="50800"/>
                </a:tc>
                <a:tc>
                  <a:txBody>
                    <a:bodyPr/>
                    <a:lstStyle/>
                    <a:p>
                      <a:pPr algn="ctr" fontAlgn="t">
                        <a:buNone/>
                      </a:pPr>
                      <a:r>
                        <a:rPr lang="en-IN" sz="1600" dirty="0">
                          <a:effectLst/>
                          <a:latin typeface="Times New Roman" panose="02020603050405020304" pitchFamily="18" charset="0"/>
                          <a:cs typeface="Times New Roman" panose="02020603050405020304" pitchFamily="18" charset="0"/>
                        </a:rPr>
                        <a:t>2023-03-07</a:t>
                      </a:r>
                    </a:p>
                  </a:txBody>
                  <a:tcPr marL="50800" marR="50800" marT="50800" marB="50800"/>
                </a:tc>
                <a:extLst>
                  <a:ext uri="{0D108BD9-81ED-4DB2-BD59-A6C34878D82A}">
                    <a16:rowId xmlns:a16="http://schemas.microsoft.com/office/drawing/2014/main" val="3839763783"/>
                  </a:ext>
                </a:extLst>
              </a:tr>
              <a:tr h="335499">
                <a:tc>
                  <a:txBody>
                    <a:bodyPr/>
                    <a:lstStyle/>
                    <a:p>
                      <a:pPr algn="ctr" fontAlgn="t">
                        <a:lnSpc>
                          <a:spcPts val="1500"/>
                        </a:lnSpc>
                        <a:buNone/>
                      </a:pPr>
                      <a:r>
                        <a:rPr lang="en-IN" sz="1600" b="0">
                          <a:effectLst/>
                          <a:latin typeface="Times New Roman" panose="02020603050405020304" pitchFamily="18" charset="0"/>
                          <a:cs typeface="Times New Roman" panose="02020603050405020304" pitchFamily="18" charset="0"/>
                        </a:rPr>
                        <a:t>product_category</a:t>
                      </a:r>
                      <a:endParaRPr lang="en-IN" sz="1600">
                        <a:effectLst/>
                        <a:latin typeface="Times New Roman" panose="02020603050405020304" pitchFamily="18" charset="0"/>
                        <a:cs typeface="Times New Roman" panose="02020603050405020304" pitchFamily="18" charset="0"/>
                      </a:endParaRPr>
                    </a:p>
                  </a:txBody>
                  <a:tcPr marL="50800" marR="50800" marT="50800" marB="50800"/>
                </a:tc>
                <a:tc>
                  <a:txBody>
                    <a:bodyPr/>
                    <a:lstStyle/>
                    <a:p>
                      <a:pPr algn="ctr" fontAlgn="t">
                        <a:buNone/>
                      </a:pPr>
                      <a:r>
                        <a:rPr lang="en-IN" sz="1600">
                          <a:effectLst/>
                          <a:latin typeface="Times New Roman" panose="02020603050405020304" pitchFamily="18" charset="0"/>
                          <a:cs typeface="Times New Roman" panose="02020603050405020304" pitchFamily="18" charset="0"/>
                        </a:rPr>
                        <a:t>String</a:t>
                      </a:r>
                    </a:p>
                  </a:txBody>
                  <a:tcPr marL="50800" marR="50800" marT="50800" marB="50800"/>
                </a:tc>
                <a:tc>
                  <a:txBody>
                    <a:bodyPr/>
                    <a:lstStyle/>
                    <a:p>
                      <a:pPr algn="ctr" fontAlgn="t">
                        <a:buNone/>
                      </a:pPr>
                      <a:r>
                        <a:rPr lang="en-IN" sz="1600" dirty="0">
                          <a:effectLst/>
                          <a:latin typeface="Times New Roman" panose="02020603050405020304" pitchFamily="18" charset="0"/>
                          <a:cs typeface="Times New Roman" panose="02020603050405020304" pitchFamily="18" charset="0"/>
                        </a:rPr>
                        <a:t>Sports &amp; Outdoors</a:t>
                      </a:r>
                    </a:p>
                  </a:txBody>
                  <a:tcPr marL="50800" marR="50800" marT="50800" marB="50800"/>
                </a:tc>
                <a:extLst>
                  <a:ext uri="{0D108BD9-81ED-4DB2-BD59-A6C34878D82A}">
                    <a16:rowId xmlns:a16="http://schemas.microsoft.com/office/drawing/2014/main" val="3251176312"/>
                  </a:ext>
                </a:extLst>
              </a:tr>
              <a:tr h="335499">
                <a:tc>
                  <a:txBody>
                    <a:bodyPr/>
                    <a:lstStyle/>
                    <a:p>
                      <a:pPr algn="ctr" fontAlgn="t">
                        <a:lnSpc>
                          <a:spcPts val="1500"/>
                        </a:lnSpc>
                        <a:buNone/>
                      </a:pPr>
                      <a:r>
                        <a:rPr lang="en-IN" sz="1600" b="0">
                          <a:effectLst/>
                          <a:latin typeface="Times New Roman" panose="02020603050405020304" pitchFamily="18" charset="0"/>
                          <a:cs typeface="Times New Roman" panose="02020603050405020304" pitchFamily="18" charset="0"/>
                        </a:rPr>
                        <a:t>product_subcategory</a:t>
                      </a:r>
                      <a:endParaRPr lang="en-IN" sz="1600">
                        <a:effectLst/>
                        <a:latin typeface="Times New Roman" panose="02020603050405020304" pitchFamily="18" charset="0"/>
                        <a:cs typeface="Times New Roman" panose="02020603050405020304" pitchFamily="18" charset="0"/>
                      </a:endParaRPr>
                    </a:p>
                  </a:txBody>
                  <a:tcPr marL="50800" marR="50800" marT="50800" marB="50800"/>
                </a:tc>
                <a:tc>
                  <a:txBody>
                    <a:bodyPr/>
                    <a:lstStyle/>
                    <a:p>
                      <a:pPr algn="ctr" fontAlgn="t">
                        <a:buNone/>
                      </a:pPr>
                      <a:r>
                        <a:rPr lang="en-IN" sz="1600">
                          <a:effectLst/>
                          <a:latin typeface="Times New Roman" panose="02020603050405020304" pitchFamily="18" charset="0"/>
                          <a:cs typeface="Times New Roman" panose="02020603050405020304" pitchFamily="18" charset="0"/>
                        </a:rPr>
                        <a:t>String</a:t>
                      </a:r>
                    </a:p>
                  </a:txBody>
                  <a:tcPr marL="50800" marR="50800" marT="50800" marB="50800"/>
                </a:tc>
                <a:tc>
                  <a:txBody>
                    <a:bodyPr/>
                    <a:lstStyle/>
                    <a:p>
                      <a:pPr algn="ctr" fontAlgn="t">
                        <a:buNone/>
                      </a:pPr>
                      <a:r>
                        <a:rPr lang="en-IN" sz="1600">
                          <a:effectLst/>
                          <a:latin typeface="Times New Roman" panose="02020603050405020304" pitchFamily="18" charset="0"/>
                          <a:cs typeface="Times New Roman" panose="02020603050405020304" pitchFamily="18" charset="0"/>
                        </a:rPr>
                        <a:t>Sports Equipment</a:t>
                      </a:r>
                    </a:p>
                  </a:txBody>
                  <a:tcPr marL="50800" marR="50800" marT="50800" marB="50800"/>
                </a:tc>
                <a:extLst>
                  <a:ext uri="{0D108BD9-81ED-4DB2-BD59-A6C34878D82A}">
                    <a16:rowId xmlns:a16="http://schemas.microsoft.com/office/drawing/2014/main" val="2763907110"/>
                  </a:ext>
                </a:extLst>
              </a:tr>
              <a:tr h="335499">
                <a:tc>
                  <a:txBody>
                    <a:bodyPr/>
                    <a:lstStyle/>
                    <a:p>
                      <a:pPr algn="ctr" fontAlgn="t">
                        <a:lnSpc>
                          <a:spcPts val="1500"/>
                        </a:lnSpc>
                        <a:buNone/>
                      </a:pPr>
                      <a:r>
                        <a:rPr lang="en-IN" sz="1600" b="0">
                          <a:effectLst/>
                          <a:latin typeface="Times New Roman" panose="02020603050405020304" pitchFamily="18" charset="0"/>
                          <a:cs typeface="Times New Roman" panose="02020603050405020304" pitchFamily="18" charset="0"/>
                        </a:rPr>
                        <a:t>quantity</a:t>
                      </a:r>
                      <a:endParaRPr lang="en-IN" sz="1600">
                        <a:effectLst/>
                        <a:latin typeface="Times New Roman" panose="02020603050405020304" pitchFamily="18" charset="0"/>
                        <a:cs typeface="Times New Roman" panose="02020603050405020304" pitchFamily="18" charset="0"/>
                      </a:endParaRPr>
                    </a:p>
                  </a:txBody>
                  <a:tcPr marL="50800" marR="50800" marT="50800" marB="50800"/>
                </a:tc>
                <a:tc>
                  <a:txBody>
                    <a:bodyPr/>
                    <a:lstStyle/>
                    <a:p>
                      <a:pPr algn="ctr" fontAlgn="t">
                        <a:buNone/>
                      </a:pPr>
                      <a:r>
                        <a:rPr lang="en-IN" sz="1600">
                          <a:effectLst/>
                          <a:latin typeface="Times New Roman" panose="02020603050405020304" pitchFamily="18" charset="0"/>
                          <a:cs typeface="Times New Roman" panose="02020603050405020304" pitchFamily="18" charset="0"/>
                        </a:rPr>
                        <a:t>Integer</a:t>
                      </a:r>
                    </a:p>
                  </a:txBody>
                  <a:tcPr marL="50800" marR="50800" marT="50800" marB="50800"/>
                </a:tc>
                <a:tc>
                  <a:txBody>
                    <a:bodyPr/>
                    <a:lstStyle/>
                    <a:p>
                      <a:pPr algn="ctr" fontAlgn="t">
                        <a:buNone/>
                      </a:pPr>
                      <a:r>
                        <a:rPr lang="en-IN" sz="1600">
                          <a:effectLst/>
                          <a:latin typeface="Times New Roman" panose="02020603050405020304" pitchFamily="18" charset="0"/>
                          <a:cs typeface="Times New Roman" panose="02020603050405020304" pitchFamily="18" charset="0"/>
                        </a:rPr>
                        <a:t>5</a:t>
                      </a:r>
                    </a:p>
                  </a:txBody>
                  <a:tcPr marL="50800" marR="50800" marT="50800" marB="50800"/>
                </a:tc>
                <a:extLst>
                  <a:ext uri="{0D108BD9-81ED-4DB2-BD59-A6C34878D82A}">
                    <a16:rowId xmlns:a16="http://schemas.microsoft.com/office/drawing/2014/main" val="2824592053"/>
                  </a:ext>
                </a:extLst>
              </a:tr>
              <a:tr h="335499">
                <a:tc>
                  <a:txBody>
                    <a:bodyPr/>
                    <a:lstStyle/>
                    <a:p>
                      <a:pPr algn="ctr" fontAlgn="t">
                        <a:lnSpc>
                          <a:spcPts val="1500"/>
                        </a:lnSpc>
                        <a:buNone/>
                      </a:pPr>
                      <a:r>
                        <a:rPr lang="en-IN" sz="1600" b="0" dirty="0" err="1">
                          <a:effectLst/>
                          <a:latin typeface="Times New Roman" panose="02020603050405020304" pitchFamily="18" charset="0"/>
                          <a:cs typeface="Times New Roman" panose="02020603050405020304" pitchFamily="18" charset="0"/>
                        </a:rPr>
                        <a:t>unit_price_ngn</a:t>
                      </a:r>
                      <a:endParaRPr lang="en-IN" sz="1600" dirty="0">
                        <a:effectLst/>
                        <a:latin typeface="Times New Roman" panose="02020603050405020304" pitchFamily="18" charset="0"/>
                        <a:cs typeface="Times New Roman" panose="02020603050405020304" pitchFamily="18" charset="0"/>
                      </a:endParaRPr>
                    </a:p>
                  </a:txBody>
                  <a:tcPr marL="50800" marR="50800" marT="50800" marB="50800"/>
                </a:tc>
                <a:tc>
                  <a:txBody>
                    <a:bodyPr/>
                    <a:lstStyle/>
                    <a:p>
                      <a:pPr algn="ctr" fontAlgn="t">
                        <a:buNone/>
                      </a:pPr>
                      <a:r>
                        <a:rPr lang="en-IN" sz="1600">
                          <a:effectLst/>
                          <a:latin typeface="Times New Roman" panose="02020603050405020304" pitchFamily="18" charset="0"/>
                          <a:cs typeface="Times New Roman" panose="02020603050405020304" pitchFamily="18" charset="0"/>
                        </a:rPr>
                        <a:t>Float</a:t>
                      </a:r>
                    </a:p>
                  </a:txBody>
                  <a:tcPr marL="50800" marR="50800" marT="50800" marB="50800"/>
                </a:tc>
                <a:tc>
                  <a:txBody>
                    <a:bodyPr/>
                    <a:lstStyle/>
                    <a:p>
                      <a:pPr algn="ctr" fontAlgn="t">
                        <a:buNone/>
                      </a:pPr>
                      <a:r>
                        <a:rPr lang="en-IN" sz="1600" dirty="0">
                          <a:effectLst/>
                          <a:latin typeface="Times New Roman" panose="02020603050405020304" pitchFamily="18" charset="0"/>
                          <a:cs typeface="Times New Roman" panose="02020603050405020304" pitchFamily="18" charset="0"/>
                        </a:rPr>
                        <a:t>136977.89</a:t>
                      </a:r>
                    </a:p>
                  </a:txBody>
                  <a:tcPr marL="50800" marR="50800" marT="50800" marB="50800"/>
                </a:tc>
                <a:extLst>
                  <a:ext uri="{0D108BD9-81ED-4DB2-BD59-A6C34878D82A}">
                    <a16:rowId xmlns:a16="http://schemas.microsoft.com/office/drawing/2014/main" val="3961340149"/>
                  </a:ext>
                </a:extLst>
              </a:tr>
              <a:tr h="335499">
                <a:tc>
                  <a:txBody>
                    <a:bodyPr/>
                    <a:lstStyle/>
                    <a:p>
                      <a:pPr algn="ctr" fontAlgn="t">
                        <a:lnSpc>
                          <a:spcPts val="1500"/>
                        </a:lnSpc>
                        <a:buNone/>
                      </a:pPr>
                      <a:r>
                        <a:rPr lang="en-IN" sz="1600" b="0">
                          <a:effectLst/>
                          <a:latin typeface="Times New Roman" panose="02020603050405020304" pitchFamily="18" charset="0"/>
                          <a:cs typeface="Times New Roman" panose="02020603050405020304" pitchFamily="18" charset="0"/>
                        </a:rPr>
                        <a:t>total_amount_ngn</a:t>
                      </a:r>
                      <a:endParaRPr lang="en-IN" sz="1600">
                        <a:effectLst/>
                        <a:latin typeface="Times New Roman" panose="02020603050405020304" pitchFamily="18" charset="0"/>
                        <a:cs typeface="Times New Roman" panose="02020603050405020304" pitchFamily="18" charset="0"/>
                      </a:endParaRPr>
                    </a:p>
                  </a:txBody>
                  <a:tcPr marL="50800" marR="50800" marT="50800" marB="50800"/>
                </a:tc>
                <a:tc>
                  <a:txBody>
                    <a:bodyPr/>
                    <a:lstStyle/>
                    <a:p>
                      <a:pPr algn="ctr" fontAlgn="t">
                        <a:buNone/>
                      </a:pPr>
                      <a:r>
                        <a:rPr lang="en-IN" sz="1600">
                          <a:effectLst/>
                          <a:latin typeface="Times New Roman" panose="02020603050405020304" pitchFamily="18" charset="0"/>
                          <a:cs typeface="Times New Roman" panose="02020603050405020304" pitchFamily="18" charset="0"/>
                        </a:rPr>
                        <a:t>Float</a:t>
                      </a:r>
                    </a:p>
                  </a:txBody>
                  <a:tcPr marL="50800" marR="50800" marT="50800" marB="50800"/>
                </a:tc>
                <a:tc>
                  <a:txBody>
                    <a:bodyPr/>
                    <a:lstStyle/>
                    <a:p>
                      <a:pPr algn="ctr" fontAlgn="t">
                        <a:buNone/>
                      </a:pPr>
                      <a:r>
                        <a:rPr lang="en-IN" sz="1600">
                          <a:effectLst/>
                          <a:latin typeface="Times New Roman" panose="02020603050405020304" pitchFamily="18" charset="0"/>
                          <a:cs typeface="Times New Roman" panose="02020603050405020304" pitchFamily="18" charset="0"/>
                        </a:rPr>
                        <a:t>684889.45</a:t>
                      </a:r>
                    </a:p>
                  </a:txBody>
                  <a:tcPr marL="50800" marR="50800" marT="50800" marB="50800"/>
                </a:tc>
                <a:extLst>
                  <a:ext uri="{0D108BD9-81ED-4DB2-BD59-A6C34878D82A}">
                    <a16:rowId xmlns:a16="http://schemas.microsoft.com/office/drawing/2014/main" val="3478189505"/>
                  </a:ext>
                </a:extLst>
              </a:tr>
              <a:tr h="335499">
                <a:tc>
                  <a:txBody>
                    <a:bodyPr/>
                    <a:lstStyle/>
                    <a:p>
                      <a:pPr algn="ctr" fontAlgn="t">
                        <a:lnSpc>
                          <a:spcPts val="1500"/>
                        </a:lnSpc>
                        <a:buNone/>
                      </a:pPr>
                      <a:r>
                        <a:rPr lang="en-IN" sz="1600" b="0">
                          <a:effectLst/>
                          <a:latin typeface="Times New Roman" panose="02020603050405020304" pitchFamily="18" charset="0"/>
                          <a:cs typeface="Times New Roman" panose="02020603050405020304" pitchFamily="18" charset="0"/>
                        </a:rPr>
                        <a:t>payment_method</a:t>
                      </a:r>
                      <a:endParaRPr lang="en-IN" sz="1600">
                        <a:effectLst/>
                        <a:latin typeface="Times New Roman" panose="02020603050405020304" pitchFamily="18" charset="0"/>
                        <a:cs typeface="Times New Roman" panose="02020603050405020304" pitchFamily="18" charset="0"/>
                      </a:endParaRPr>
                    </a:p>
                  </a:txBody>
                  <a:tcPr marL="50800" marR="50800" marT="50800" marB="50800"/>
                </a:tc>
                <a:tc>
                  <a:txBody>
                    <a:bodyPr/>
                    <a:lstStyle/>
                    <a:p>
                      <a:pPr algn="ctr" fontAlgn="t">
                        <a:buNone/>
                      </a:pPr>
                      <a:r>
                        <a:rPr lang="en-IN" sz="1600" dirty="0">
                          <a:effectLst/>
                          <a:latin typeface="Times New Roman" panose="02020603050405020304" pitchFamily="18" charset="0"/>
                          <a:cs typeface="Times New Roman" panose="02020603050405020304" pitchFamily="18" charset="0"/>
                        </a:rPr>
                        <a:t>String</a:t>
                      </a:r>
                    </a:p>
                  </a:txBody>
                  <a:tcPr marL="50800" marR="50800" marT="50800" marB="50800"/>
                </a:tc>
                <a:tc>
                  <a:txBody>
                    <a:bodyPr/>
                    <a:lstStyle/>
                    <a:p>
                      <a:pPr algn="ctr" fontAlgn="t">
                        <a:buNone/>
                      </a:pPr>
                      <a:r>
                        <a:rPr lang="en-IN" sz="1600" dirty="0" err="1">
                          <a:effectLst/>
                          <a:latin typeface="Times New Roman" panose="02020603050405020304" pitchFamily="18" charset="0"/>
                          <a:cs typeface="Times New Roman" panose="02020603050405020304" pitchFamily="18" charset="0"/>
                        </a:rPr>
                        <a:t>cash_on_delivery</a:t>
                      </a:r>
                      <a:endParaRPr lang="en-IN" sz="1600" dirty="0">
                        <a:effectLst/>
                        <a:latin typeface="Times New Roman" panose="02020603050405020304" pitchFamily="18" charset="0"/>
                        <a:cs typeface="Times New Roman" panose="02020603050405020304" pitchFamily="18" charset="0"/>
                      </a:endParaRPr>
                    </a:p>
                  </a:txBody>
                  <a:tcPr marL="50800" marR="50800" marT="50800" marB="50800"/>
                </a:tc>
                <a:extLst>
                  <a:ext uri="{0D108BD9-81ED-4DB2-BD59-A6C34878D82A}">
                    <a16:rowId xmlns:a16="http://schemas.microsoft.com/office/drawing/2014/main" val="2287647948"/>
                  </a:ext>
                </a:extLst>
              </a:tr>
              <a:tr h="335499">
                <a:tc>
                  <a:txBody>
                    <a:bodyPr/>
                    <a:lstStyle/>
                    <a:p>
                      <a:pPr algn="ctr" fontAlgn="t">
                        <a:lnSpc>
                          <a:spcPts val="1500"/>
                        </a:lnSpc>
                        <a:buNone/>
                      </a:pPr>
                      <a:r>
                        <a:rPr lang="en-IN" sz="1600" b="0">
                          <a:effectLst/>
                          <a:latin typeface="Times New Roman" panose="02020603050405020304" pitchFamily="18" charset="0"/>
                          <a:cs typeface="Times New Roman" panose="02020603050405020304" pitchFamily="18" charset="0"/>
                        </a:rPr>
                        <a:t>channel</a:t>
                      </a:r>
                      <a:endParaRPr lang="en-IN" sz="1600">
                        <a:effectLst/>
                        <a:latin typeface="Times New Roman" panose="02020603050405020304" pitchFamily="18" charset="0"/>
                        <a:cs typeface="Times New Roman" panose="02020603050405020304" pitchFamily="18" charset="0"/>
                      </a:endParaRPr>
                    </a:p>
                  </a:txBody>
                  <a:tcPr marL="50800" marR="50800" marT="50800" marB="50800"/>
                </a:tc>
                <a:tc>
                  <a:txBody>
                    <a:bodyPr/>
                    <a:lstStyle/>
                    <a:p>
                      <a:pPr algn="ctr" fontAlgn="t">
                        <a:buNone/>
                      </a:pPr>
                      <a:r>
                        <a:rPr lang="en-IN" sz="1600">
                          <a:effectLst/>
                          <a:latin typeface="Times New Roman" panose="02020603050405020304" pitchFamily="18" charset="0"/>
                          <a:cs typeface="Times New Roman" panose="02020603050405020304" pitchFamily="18" charset="0"/>
                        </a:rPr>
                        <a:t>String</a:t>
                      </a:r>
                    </a:p>
                  </a:txBody>
                  <a:tcPr marL="50800" marR="50800" marT="50800" marB="50800"/>
                </a:tc>
                <a:tc>
                  <a:txBody>
                    <a:bodyPr/>
                    <a:lstStyle/>
                    <a:p>
                      <a:pPr algn="ctr" fontAlgn="t">
                        <a:buNone/>
                      </a:pPr>
                      <a:r>
                        <a:rPr lang="en-IN" sz="1600">
                          <a:effectLst/>
                          <a:latin typeface="Times New Roman" panose="02020603050405020304" pitchFamily="18" charset="0"/>
                          <a:cs typeface="Times New Roman" panose="02020603050405020304" pitchFamily="18" charset="0"/>
                        </a:rPr>
                        <a:t>online</a:t>
                      </a:r>
                    </a:p>
                  </a:txBody>
                  <a:tcPr marL="50800" marR="50800" marT="50800" marB="50800"/>
                </a:tc>
                <a:extLst>
                  <a:ext uri="{0D108BD9-81ED-4DB2-BD59-A6C34878D82A}">
                    <a16:rowId xmlns:a16="http://schemas.microsoft.com/office/drawing/2014/main" val="1867835834"/>
                  </a:ext>
                </a:extLst>
              </a:tr>
              <a:tr h="335499">
                <a:tc>
                  <a:txBody>
                    <a:bodyPr/>
                    <a:lstStyle/>
                    <a:p>
                      <a:pPr algn="ctr" fontAlgn="t">
                        <a:lnSpc>
                          <a:spcPts val="1500"/>
                        </a:lnSpc>
                        <a:buNone/>
                      </a:pPr>
                      <a:r>
                        <a:rPr lang="en-IN" sz="1600" b="0">
                          <a:effectLst/>
                          <a:latin typeface="Times New Roman" panose="02020603050405020304" pitchFamily="18" charset="0"/>
                          <a:cs typeface="Times New Roman" panose="02020603050405020304" pitchFamily="18" charset="0"/>
                        </a:rPr>
                        <a:t>city</a:t>
                      </a:r>
                      <a:endParaRPr lang="en-IN" sz="1600">
                        <a:effectLst/>
                        <a:latin typeface="Times New Roman" panose="02020603050405020304" pitchFamily="18" charset="0"/>
                        <a:cs typeface="Times New Roman" panose="02020603050405020304" pitchFamily="18" charset="0"/>
                      </a:endParaRPr>
                    </a:p>
                  </a:txBody>
                  <a:tcPr marL="50800" marR="50800" marT="50800" marB="50800"/>
                </a:tc>
                <a:tc>
                  <a:txBody>
                    <a:bodyPr/>
                    <a:lstStyle/>
                    <a:p>
                      <a:pPr algn="ctr" fontAlgn="t">
                        <a:buNone/>
                      </a:pPr>
                      <a:r>
                        <a:rPr lang="en-IN" sz="1600">
                          <a:effectLst/>
                          <a:latin typeface="Times New Roman" panose="02020603050405020304" pitchFamily="18" charset="0"/>
                          <a:cs typeface="Times New Roman" panose="02020603050405020304" pitchFamily="18" charset="0"/>
                        </a:rPr>
                        <a:t>String</a:t>
                      </a:r>
                    </a:p>
                  </a:txBody>
                  <a:tcPr marL="50800" marR="50800" marT="50800" marB="50800"/>
                </a:tc>
                <a:tc>
                  <a:txBody>
                    <a:bodyPr/>
                    <a:lstStyle/>
                    <a:p>
                      <a:pPr algn="ctr" fontAlgn="t">
                        <a:buNone/>
                      </a:pPr>
                      <a:r>
                        <a:rPr lang="en-IN" sz="1600" dirty="0">
                          <a:effectLst/>
                          <a:latin typeface="Times New Roman" panose="02020603050405020304" pitchFamily="18" charset="0"/>
                          <a:cs typeface="Times New Roman" panose="02020603050405020304" pitchFamily="18" charset="0"/>
                        </a:rPr>
                        <a:t>Abuja</a:t>
                      </a:r>
                    </a:p>
                  </a:txBody>
                  <a:tcPr marL="50800" marR="50800" marT="50800" marB="50800"/>
                </a:tc>
                <a:extLst>
                  <a:ext uri="{0D108BD9-81ED-4DB2-BD59-A6C34878D82A}">
                    <a16:rowId xmlns:a16="http://schemas.microsoft.com/office/drawing/2014/main" val="1166495934"/>
                  </a:ext>
                </a:extLst>
              </a:tr>
              <a:tr h="335499">
                <a:tc>
                  <a:txBody>
                    <a:bodyPr/>
                    <a:lstStyle/>
                    <a:p>
                      <a:pPr algn="ctr" fontAlgn="t">
                        <a:lnSpc>
                          <a:spcPts val="1500"/>
                        </a:lnSpc>
                        <a:buNone/>
                      </a:pPr>
                      <a:r>
                        <a:rPr lang="en-IN" sz="1600" b="0">
                          <a:effectLst/>
                          <a:latin typeface="Times New Roman" panose="02020603050405020304" pitchFamily="18" charset="0"/>
                          <a:cs typeface="Times New Roman" panose="02020603050405020304" pitchFamily="18" charset="0"/>
                        </a:rPr>
                        <a:t>is_repeat_purchase</a:t>
                      </a:r>
                      <a:endParaRPr lang="en-IN" sz="1600">
                        <a:effectLst/>
                        <a:latin typeface="Times New Roman" panose="02020603050405020304" pitchFamily="18" charset="0"/>
                        <a:cs typeface="Times New Roman" panose="02020603050405020304" pitchFamily="18" charset="0"/>
                      </a:endParaRPr>
                    </a:p>
                  </a:txBody>
                  <a:tcPr marL="50800" marR="50800" marT="50800" marB="50800"/>
                </a:tc>
                <a:tc>
                  <a:txBody>
                    <a:bodyPr/>
                    <a:lstStyle/>
                    <a:p>
                      <a:pPr algn="ctr" fontAlgn="t">
                        <a:buNone/>
                      </a:pPr>
                      <a:r>
                        <a:rPr lang="en-IN" sz="1600">
                          <a:effectLst/>
                          <a:latin typeface="Times New Roman" panose="02020603050405020304" pitchFamily="18" charset="0"/>
                          <a:cs typeface="Times New Roman" panose="02020603050405020304" pitchFamily="18" charset="0"/>
                        </a:rPr>
                        <a:t>Boolean</a:t>
                      </a:r>
                    </a:p>
                  </a:txBody>
                  <a:tcPr marL="50800" marR="50800" marT="50800" marB="50800"/>
                </a:tc>
                <a:tc>
                  <a:txBody>
                    <a:bodyPr/>
                    <a:lstStyle/>
                    <a:p>
                      <a:pPr algn="ctr" fontAlgn="t">
                        <a:buNone/>
                      </a:pPr>
                      <a:r>
                        <a:rPr lang="en-IN" sz="1600">
                          <a:effectLst/>
                          <a:latin typeface="Times New Roman" panose="02020603050405020304" pitchFamily="18" charset="0"/>
                          <a:cs typeface="Times New Roman" panose="02020603050405020304" pitchFamily="18" charset="0"/>
                        </a:rPr>
                        <a:t>True</a:t>
                      </a:r>
                    </a:p>
                  </a:txBody>
                  <a:tcPr marL="50800" marR="50800" marT="50800" marB="50800"/>
                </a:tc>
                <a:extLst>
                  <a:ext uri="{0D108BD9-81ED-4DB2-BD59-A6C34878D82A}">
                    <a16:rowId xmlns:a16="http://schemas.microsoft.com/office/drawing/2014/main" val="2669124523"/>
                  </a:ext>
                </a:extLst>
              </a:tr>
              <a:tr h="335499">
                <a:tc>
                  <a:txBody>
                    <a:bodyPr/>
                    <a:lstStyle/>
                    <a:p>
                      <a:pPr algn="ctr" fontAlgn="t">
                        <a:lnSpc>
                          <a:spcPts val="1500"/>
                        </a:lnSpc>
                        <a:buNone/>
                      </a:pPr>
                      <a:r>
                        <a:rPr lang="en-IN" sz="1600" b="0">
                          <a:effectLst/>
                          <a:latin typeface="Times New Roman" panose="02020603050405020304" pitchFamily="18" charset="0"/>
                          <a:cs typeface="Times New Roman" panose="02020603050405020304" pitchFamily="18" charset="0"/>
                        </a:rPr>
                        <a:t>discount_applied</a:t>
                      </a:r>
                      <a:endParaRPr lang="en-IN" sz="1600">
                        <a:effectLst/>
                        <a:latin typeface="Times New Roman" panose="02020603050405020304" pitchFamily="18" charset="0"/>
                        <a:cs typeface="Times New Roman" panose="02020603050405020304" pitchFamily="18" charset="0"/>
                      </a:endParaRPr>
                    </a:p>
                  </a:txBody>
                  <a:tcPr marL="50800" marR="50800" marT="50800" marB="50800"/>
                </a:tc>
                <a:tc>
                  <a:txBody>
                    <a:bodyPr/>
                    <a:lstStyle/>
                    <a:p>
                      <a:pPr algn="ctr" fontAlgn="t">
                        <a:buNone/>
                      </a:pPr>
                      <a:r>
                        <a:rPr lang="en-IN" sz="1600">
                          <a:effectLst/>
                          <a:latin typeface="Times New Roman" panose="02020603050405020304" pitchFamily="18" charset="0"/>
                          <a:cs typeface="Times New Roman" panose="02020603050405020304" pitchFamily="18" charset="0"/>
                        </a:rPr>
                        <a:t>Boolean</a:t>
                      </a:r>
                    </a:p>
                  </a:txBody>
                  <a:tcPr marL="50800" marR="50800" marT="50800" marB="50800"/>
                </a:tc>
                <a:tc>
                  <a:txBody>
                    <a:bodyPr/>
                    <a:lstStyle/>
                    <a:p>
                      <a:pPr algn="ctr" fontAlgn="t">
                        <a:buNone/>
                      </a:pPr>
                      <a:r>
                        <a:rPr lang="en-IN" sz="1600">
                          <a:effectLst/>
                          <a:latin typeface="Times New Roman" panose="02020603050405020304" pitchFamily="18" charset="0"/>
                          <a:cs typeface="Times New Roman" panose="02020603050405020304" pitchFamily="18" charset="0"/>
                        </a:rPr>
                        <a:t>True</a:t>
                      </a:r>
                    </a:p>
                  </a:txBody>
                  <a:tcPr marL="50800" marR="50800" marT="50800" marB="50800"/>
                </a:tc>
                <a:extLst>
                  <a:ext uri="{0D108BD9-81ED-4DB2-BD59-A6C34878D82A}">
                    <a16:rowId xmlns:a16="http://schemas.microsoft.com/office/drawing/2014/main" val="3475323408"/>
                  </a:ext>
                </a:extLst>
              </a:tr>
              <a:tr h="335499">
                <a:tc>
                  <a:txBody>
                    <a:bodyPr/>
                    <a:lstStyle/>
                    <a:p>
                      <a:pPr algn="ctr" fontAlgn="t">
                        <a:lnSpc>
                          <a:spcPts val="1500"/>
                        </a:lnSpc>
                        <a:buNone/>
                      </a:pPr>
                      <a:r>
                        <a:rPr lang="en-IN" sz="1600" b="0">
                          <a:effectLst/>
                          <a:latin typeface="Times New Roman" panose="02020603050405020304" pitchFamily="18" charset="0"/>
                          <a:cs typeface="Times New Roman" panose="02020603050405020304" pitchFamily="18" charset="0"/>
                        </a:rPr>
                        <a:t>discount_amount_ngn</a:t>
                      </a:r>
                      <a:endParaRPr lang="en-IN" sz="1600">
                        <a:effectLst/>
                        <a:latin typeface="Times New Roman" panose="02020603050405020304" pitchFamily="18" charset="0"/>
                        <a:cs typeface="Times New Roman" panose="02020603050405020304" pitchFamily="18" charset="0"/>
                      </a:endParaRPr>
                    </a:p>
                  </a:txBody>
                  <a:tcPr marL="50800" marR="50800" marT="50800" marB="50800"/>
                </a:tc>
                <a:tc>
                  <a:txBody>
                    <a:bodyPr/>
                    <a:lstStyle/>
                    <a:p>
                      <a:pPr algn="ctr" fontAlgn="t">
                        <a:buNone/>
                      </a:pPr>
                      <a:r>
                        <a:rPr lang="en-IN" sz="1600">
                          <a:effectLst/>
                          <a:latin typeface="Times New Roman" panose="02020603050405020304" pitchFamily="18" charset="0"/>
                          <a:cs typeface="Times New Roman" panose="02020603050405020304" pitchFamily="18" charset="0"/>
                        </a:rPr>
                        <a:t>Float</a:t>
                      </a:r>
                    </a:p>
                  </a:txBody>
                  <a:tcPr marL="50800" marR="50800" marT="50800" marB="50800"/>
                </a:tc>
                <a:tc>
                  <a:txBody>
                    <a:bodyPr/>
                    <a:lstStyle/>
                    <a:p>
                      <a:pPr algn="ctr" fontAlgn="t">
                        <a:buNone/>
                      </a:pPr>
                      <a:r>
                        <a:rPr lang="en-IN" sz="1600" dirty="0">
                          <a:effectLst/>
                          <a:latin typeface="Times New Roman" panose="02020603050405020304" pitchFamily="18" charset="0"/>
                          <a:cs typeface="Times New Roman" panose="02020603050405020304" pitchFamily="18" charset="0"/>
                        </a:rPr>
                        <a:t>0.0</a:t>
                      </a:r>
                    </a:p>
                  </a:txBody>
                  <a:tcPr marL="50800" marR="50800" marT="50800" marB="50800"/>
                </a:tc>
                <a:extLst>
                  <a:ext uri="{0D108BD9-81ED-4DB2-BD59-A6C34878D82A}">
                    <a16:rowId xmlns:a16="http://schemas.microsoft.com/office/drawing/2014/main" val="1962051706"/>
                  </a:ext>
                </a:extLst>
              </a:tr>
            </a:tbl>
          </a:graphicData>
        </a:graphic>
      </p:graphicFrame>
    </p:spTree>
    <p:extLst>
      <p:ext uri="{BB962C8B-B14F-4D97-AF65-F5344CB8AC3E}">
        <p14:creationId xmlns:p14="http://schemas.microsoft.com/office/powerpoint/2010/main" val="269130884"/>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93CDA52-64C8-D5E3-3D6A-4756F898C7EA}"/>
            </a:ext>
          </a:extLst>
        </p:cNvPr>
        <p:cNvGrpSpPr/>
        <p:nvPr/>
      </p:nvGrpSpPr>
      <p:grpSpPr>
        <a:xfrm>
          <a:off x="0" y="0"/>
          <a:ext cx="0" cy="0"/>
          <a:chOff x="0" y="0"/>
          <a:chExt cx="0" cy="0"/>
        </a:xfrm>
      </p:grpSpPr>
      <p:sp>
        <p:nvSpPr>
          <p:cNvPr id="4" name="Slide Number Placeholder 3">
            <a:extLst>
              <a:ext uri="{FF2B5EF4-FFF2-40B4-BE49-F238E27FC236}">
                <a16:creationId xmlns:a16="http://schemas.microsoft.com/office/drawing/2014/main" id="{B44AB9B8-FE0E-256E-13D5-78E011852E0F}"/>
              </a:ext>
            </a:extLst>
          </p:cNvPr>
          <p:cNvSpPr>
            <a:spLocks noGrp="1"/>
          </p:cNvSpPr>
          <p:nvPr>
            <p:ph type="sldNum" sz="quarter" idx="12"/>
          </p:nvPr>
        </p:nvSpPr>
        <p:spPr/>
        <p:txBody>
          <a:bodyPr/>
          <a:lstStyle/>
          <a:p>
            <a:pPr defTabSz="685800" hangingPunct="1"/>
            <a:fld id="{71766878-3199-4EAB-94E7-2D6D11070E14}" type="slidenum">
              <a:rPr lang="en-US" kern="1200">
                <a:solidFill>
                  <a:prstClr val="white"/>
                </a:solidFill>
                <a:latin typeface="Calibri"/>
                <a:ea typeface="+mn-ea"/>
                <a:cs typeface="+mn-cs"/>
              </a:rPr>
              <a:pPr defTabSz="685800" hangingPunct="1"/>
              <a:t>5</a:t>
            </a:fld>
            <a:endParaRPr lang="en-US" kern="1200">
              <a:solidFill>
                <a:prstClr val="white"/>
              </a:solidFill>
              <a:latin typeface="Calibri"/>
              <a:ea typeface="+mn-ea"/>
              <a:cs typeface="+mn-cs"/>
            </a:endParaRPr>
          </a:p>
        </p:txBody>
      </p:sp>
      <p:sp>
        <p:nvSpPr>
          <p:cNvPr id="2" name="TextBox 1">
            <a:extLst>
              <a:ext uri="{FF2B5EF4-FFF2-40B4-BE49-F238E27FC236}">
                <a16:creationId xmlns:a16="http://schemas.microsoft.com/office/drawing/2014/main" id="{0C86FEC0-780E-AE89-7FEB-079F688E6253}"/>
              </a:ext>
            </a:extLst>
          </p:cNvPr>
          <p:cNvSpPr txBox="1"/>
          <p:nvPr/>
        </p:nvSpPr>
        <p:spPr>
          <a:xfrm>
            <a:off x="495302" y="123710"/>
            <a:ext cx="10972800" cy="1077218"/>
          </a:xfrm>
          <a:prstGeom prst="rect">
            <a:avLst/>
          </a:prstGeom>
          <a:noFill/>
        </p:spPr>
        <p:txBody>
          <a:bodyPr wrap="square" rtlCol="0">
            <a:spAutoFit/>
          </a:bodyPr>
          <a:lstStyle/>
          <a:p>
            <a:r>
              <a:rPr lang="en-IN" sz="2400" b="1" dirty="0"/>
              <a:t>Nigerian Context:</a:t>
            </a:r>
          </a:p>
          <a:p>
            <a:r>
              <a:rPr lang="en-IN" sz="2000" dirty="0"/>
              <a:t>This dataset incorporates authentic Nigerian retail and e-commerce characteristics:</a:t>
            </a:r>
          </a:p>
          <a:p>
            <a:endParaRPr lang="en-IN" sz="2000" dirty="0"/>
          </a:p>
        </p:txBody>
      </p:sp>
      <p:graphicFrame>
        <p:nvGraphicFramePr>
          <p:cNvPr id="5" name="Table 4">
            <a:extLst>
              <a:ext uri="{FF2B5EF4-FFF2-40B4-BE49-F238E27FC236}">
                <a16:creationId xmlns:a16="http://schemas.microsoft.com/office/drawing/2014/main" id="{1EAFB5B2-A5FB-5A8A-6BCE-94B373C956E5}"/>
              </a:ext>
            </a:extLst>
          </p:cNvPr>
          <p:cNvGraphicFramePr>
            <a:graphicFrameLocks noGrp="1"/>
          </p:cNvGraphicFramePr>
          <p:nvPr>
            <p:extLst>
              <p:ext uri="{D42A27DB-BD31-4B8C-83A1-F6EECF244321}">
                <p14:modId xmlns:p14="http://schemas.microsoft.com/office/powerpoint/2010/main" val="2075622045"/>
              </p:ext>
            </p:extLst>
          </p:nvPr>
        </p:nvGraphicFramePr>
        <p:xfrm>
          <a:off x="1553190" y="956064"/>
          <a:ext cx="8128000" cy="5318760"/>
        </p:xfrm>
        <a:graphic>
          <a:graphicData uri="http://schemas.openxmlformats.org/drawingml/2006/table">
            <a:tbl>
              <a:tblPr firstRow="1" bandRow="1">
                <a:tableStyleId>{5940675A-B579-460E-94D1-54222C63F5DA}</a:tableStyleId>
              </a:tblPr>
              <a:tblGrid>
                <a:gridCol w="4064000">
                  <a:extLst>
                    <a:ext uri="{9D8B030D-6E8A-4147-A177-3AD203B41FA5}">
                      <a16:colId xmlns:a16="http://schemas.microsoft.com/office/drawing/2014/main" val="893208892"/>
                    </a:ext>
                  </a:extLst>
                </a:gridCol>
                <a:gridCol w="4064000">
                  <a:extLst>
                    <a:ext uri="{9D8B030D-6E8A-4147-A177-3AD203B41FA5}">
                      <a16:colId xmlns:a16="http://schemas.microsoft.com/office/drawing/2014/main" val="2777630318"/>
                    </a:ext>
                  </a:extLst>
                </a:gridCol>
              </a:tblGrid>
              <a:tr h="2615652">
                <a:tc>
                  <a:txBody>
                    <a:bodyPr/>
                    <a:lstStyle/>
                    <a:p>
                      <a:pPr marL="0" indent="0" algn="l">
                        <a:buFont typeface="Arial" panose="020B0604020202020204" pitchFamily="34" charset="0"/>
                        <a:buNone/>
                      </a:pPr>
                      <a:r>
                        <a:rPr lang="en-IN" sz="2000" b="1" i="0" kern="1200" dirty="0">
                          <a:solidFill>
                            <a:schemeClr val="tx1"/>
                          </a:solidFill>
                          <a:effectLst/>
                          <a:latin typeface="Times New Roman" panose="02020603050405020304" pitchFamily="18" charset="0"/>
                          <a:ea typeface="+mn-ea"/>
                          <a:cs typeface="Times New Roman" panose="02020603050405020304" pitchFamily="18" charset="0"/>
                        </a:rPr>
                        <a:t>E-Commerce Platforms</a:t>
                      </a:r>
                    </a:p>
                    <a:p>
                      <a:pPr marL="285750" indent="-285750" algn="l">
                        <a:buFont typeface="Arial" panose="020B0604020202020204" pitchFamily="34" charset="0"/>
                        <a:buChar char="•"/>
                      </a:pPr>
                      <a:r>
                        <a:rPr lang="en-IN" sz="1800" b="1" i="0" kern="1200" dirty="0">
                          <a:solidFill>
                            <a:schemeClr val="tx1"/>
                          </a:solidFill>
                          <a:effectLst/>
                          <a:latin typeface="Times New Roman" panose="02020603050405020304" pitchFamily="18" charset="0"/>
                          <a:ea typeface="+mn-ea"/>
                          <a:cs typeface="Times New Roman" panose="02020603050405020304" pitchFamily="18" charset="0"/>
                        </a:rPr>
                        <a:t>Jumia</a:t>
                      </a:r>
                      <a:r>
                        <a:rPr lang="en-IN" sz="1800" b="0" i="0" kern="1200" dirty="0">
                          <a:solidFill>
                            <a:schemeClr val="tx1"/>
                          </a:solidFill>
                          <a:effectLst/>
                          <a:latin typeface="Times New Roman" panose="02020603050405020304" pitchFamily="18" charset="0"/>
                          <a:ea typeface="+mn-ea"/>
                          <a:cs typeface="Times New Roman" panose="02020603050405020304" pitchFamily="18" charset="0"/>
                        </a:rPr>
                        <a:t> (35% market share) - Leading marketplace</a:t>
                      </a:r>
                    </a:p>
                    <a:p>
                      <a:pPr marL="285750" indent="-285750" algn="l">
                        <a:buFont typeface="Arial" panose="020B0604020202020204" pitchFamily="34" charset="0"/>
                        <a:buChar char="•"/>
                      </a:pPr>
                      <a:r>
                        <a:rPr lang="en-IN" sz="1800" b="1" i="0" kern="1200" dirty="0">
                          <a:solidFill>
                            <a:schemeClr val="tx1"/>
                          </a:solidFill>
                          <a:effectLst/>
                          <a:latin typeface="Times New Roman" panose="02020603050405020304" pitchFamily="18" charset="0"/>
                          <a:ea typeface="+mn-ea"/>
                          <a:cs typeface="Times New Roman" panose="02020603050405020304" pitchFamily="18" charset="0"/>
                        </a:rPr>
                        <a:t>Konga</a:t>
                      </a:r>
                      <a:r>
                        <a:rPr lang="en-IN" sz="1800" b="0" i="0" kern="1200" dirty="0">
                          <a:solidFill>
                            <a:schemeClr val="tx1"/>
                          </a:solidFill>
                          <a:effectLst/>
                          <a:latin typeface="Times New Roman" panose="02020603050405020304" pitchFamily="18" charset="0"/>
                          <a:ea typeface="+mn-ea"/>
                          <a:cs typeface="Times New Roman" panose="02020603050405020304" pitchFamily="18" charset="0"/>
                        </a:rPr>
                        <a:t> (25% market share) - Major competitor</a:t>
                      </a:r>
                    </a:p>
                    <a:p>
                      <a:pPr marL="285750" indent="-285750" algn="l">
                        <a:buFont typeface="Arial" panose="020B0604020202020204" pitchFamily="34" charset="0"/>
                        <a:buChar char="•"/>
                      </a:pPr>
                      <a:r>
                        <a:rPr lang="en-IN" sz="1800" b="1" i="0" kern="1200" dirty="0">
                          <a:solidFill>
                            <a:schemeClr val="tx1"/>
                          </a:solidFill>
                          <a:effectLst/>
                          <a:latin typeface="Times New Roman" panose="02020603050405020304" pitchFamily="18" charset="0"/>
                          <a:ea typeface="+mn-ea"/>
                          <a:cs typeface="Times New Roman" panose="02020603050405020304" pitchFamily="18" charset="0"/>
                        </a:rPr>
                        <a:t>Jiji</a:t>
                      </a:r>
                      <a:r>
                        <a:rPr lang="en-IN" sz="1800" b="0" i="0" kern="1200" dirty="0">
                          <a:solidFill>
                            <a:schemeClr val="tx1"/>
                          </a:solidFill>
                          <a:effectLst/>
                          <a:latin typeface="Times New Roman" panose="02020603050405020304" pitchFamily="18" charset="0"/>
                          <a:ea typeface="+mn-ea"/>
                          <a:cs typeface="Times New Roman" panose="02020603050405020304" pitchFamily="18" charset="0"/>
                        </a:rPr>
                        <a:t> (20% market share) - Classifieds platform</a:t>
                      </a:r>
                    </a:p>
                    <a:p>
                      <a:pPr marL="285750" indent="-285750" algn="l">
                        <a:buFont typeface="Arial" panose="020B0604020202020204" pitchFamily="34" charset="0"/>
                        <a:buChar char="•"/>
                      </a:pPr>
                      <a:r>
                        <a:rPr lang="en-IN" sz="1800" b="0" i="0" kern="1200" dirty="0" err="1">
                          <a:solidFill>
                            <a:schemeClr val="tx1"/>
                          </a:solidFill>
                          <a:effectLst/>
                          <a:latin typeface="Times New Roman" panose="02020603050405020304" pitchFamily="18" charset="0"/>
                          <a:ea typeface="+mn-ea"/>
                          <a:cs typeface="Times New Roman" panose="02020603050405020304" pitchFamily="18" charset="0"/>
                        </a:rPr>
                        <a:t>PayPorte</a:t>
                      </a:r>
                      <a:r>
                        <a:rPr lang="en-IN" sz="1800" b="0" i="0" kern="1200" dirty="0">
                          <a:solidFill>
                            <a:schemeClr val="tx1"/>
                          </a:solidFill>
                          <a:effectLst/>
                          <a:latin typeface="Times New Roman" panose="02020603050405020304" pitchFamily="18" charset="0"/>
                          <a:ea typeface="+mn-ea"/>
                          <a:cs typeface="Times New Roman" panose="02020603050405020304" pitchFamily="18" charset="0"/>
                        </a:rPr>
                        <a:t>, Slot, and other platforms</a:t>
                      </a:r>
                    </a:p>
                  </a:txBody>
                  <a:tcPr/>
                </a:tc>
                <a:tc>
                  <a:txBody>
                    <a:bodyPr/>
                    <a:lstStyle/>
                    <a:p>
                      <a:r>
                        <a:rPr lang="en-IN" sz="2000" b="1" i="0" kern="1200" dirty="0">
                          <a:solidFill>
                            <a:schemeClr val="tx1"/>
                          </a:solidFill>
                          <a:effectLst/>
                          <a:latin typeface="Times New Roman" panose="02020603050405020304" pitchFamily="18" charset="0"/>
                          <a:ea typeface="+mn-ea"/>
                          <a:cs typeface="Times New Roman" panose="02020603050405020304" pitchFamily="18" charset="0"/>
                        </a:rPr>
                        <a:t>Geographic Coverage</a:t>
                      </a:r>
                    </a:p>
                    <a:p>
                      <a:pPr marL="285750" indent="-285750">
                        <a:buFont typeface="Arial" panose="020B0604020202020204" pitchFamily="34" charset="0"/>
                        <a:buChar char="•"/>
                      </a:pPr>
                      <a:r>
                        <a:rPr lang="en-IN" sz="1800" b="1" i="0" kern="1200" dirty="0">
                          <a:solidFill>
                            <a:schemeClr val="tx1"/>
                          </a:solidFill>
                          <a:effectLst/>
                          <a:latin typeface="Times New Roman" panose="02020603050405020304" pitchFamily="18" charset="0"/>
                          <a:ea typeface="+mn-ea"/>
                          <a:cs typeface="Times New Roman" panose="02020603050405020304" pitchFamily="18" charset="0"/>
                        </a:rPr>
                        <a:t>Lagos</a:t>
                      </a:r>
                      <a:r>
                        <a:rPr lang="en-IN" sz="1800" b="0" i="0" kern="1200" dirty="0">
                          <a:solidFill>
                            <a:schemeClr val="tx1"/>
                          </a:solidFill>
                          <a:effectLst/>
                          <a:latin typeface="Times New Roman" panose="02020603050405020304" pitchFamily="18" charset="0"/>
                          <a:ea typeface="+mn-ea"/>
                          <a:cs typeface="Times New Roman" panose="02020603050405020304" pitchFamily="18" charset="0"/>
                        </a:rPr>
                        <a:t> - Commercial capital, highest retail density</a:t>
                      </a:r>
                    </a:p>
                    <a:p>
                      <a:pPr marL="285750" indent="-285750">
                        <a:buFont typeface="Arial" panose="020B0604020202020204" pitchFamily="34" charset="0"/>
                        <a:buChar char="•"/>
                      </a:pPr>
                      <a:r>
                        <a:rPr lang="en-IN" sz="1800" b="1" i="0" kern="1200" dirty="0">
                          <a:solidFill>
                            <a:schemeClr val="tx1"/>
                          </a:solidFill>
                          <a:effectLst/>
                          <a:latin typeface="Times New Roman" panose="02020603050405020304" pitchFamily="18" charset="0"/>
                          <a:ea typeface="+mn-ea"/>
                          <a:cs typeface="Times New Roman" panose="02020603050405020304" pitchFamily="18" charset="0"/>
                        </a:rPr>
                        <a:t>Abuja</a:t>
                      </a:r>
                      <a:r>
                        <a:rPr lang="en-IN" sz="1800" b="0" i="0" kern="1200" dirty="0">
                          <a:solidFill>
                            <a:schemeClr val="tx1"/>
                          </a:solidFill>
                          <a:effectLst/>
                          <a:latin typeface="Times New Roman" panose="02020603050405020304" pitchFamily="18" charset="0"/>
                          <a:ea typeface="+mn-ea"/>
                          <a:cs typeface="Times New Roman" panose="02020603050405020304" pitchFamily="18" charset="0"/>
                        </a:rPr>
                        <a:t> - Federal capital, high e-commerce penetration</a:t>
                      </a:r>
                    </a:p>
                    <a:p>
                      <a:pPr marL="285750" indent="-285750">
                        <a:buFont typeface="Arial" panose="020B0604020202020204" pitchFamily="34" charset="0"/>
                        <a:buChar char="•"/>
                      </a:pPr>
                      <a:r>
                        <a:rPr lang="en-IN" sz="1800" b="1" i="0" kern="1200" dirty="0">
                          <a:solidFill>
                            <a:schemeClr val="tx1"/>
                          </a:solidFill>
                          <a:effectLst/>
                          <a:latin typeface="Times New Roman" panose="02020603050405020304" pitchFamily="18" charset="0"/>
                          <a:ea typeface="+mn-ea"/>
                          <a:cs typeface="Times New Roman" panose="02020603050405020304" pitchFamily="18" charset="0"/>
                        </a:rPr>
                        <a:t>Kano</a:t>
                      </a:r>
                      <a:r>
                        <a:rPr lang="en-IN" sz="1800" b="0" i="0" kern="1200" dirty="0">
                          <a:solidFill>
                            <a:schemeClr val="tx1"/>
                          </a:solidFill>
                          <a:effectLst/>
                          <a:latin typeface="Times New Roman" panose="02020603050405020304" pitchFamily="18" charset="0"/>
                          <a:ea typeface="+mn-ea"/>
                          <a:cs typeface="Times New Roman" panose="02020603050405020304" pitchFamily="18" charset="0"/>
                        </a:rPr>
                        <a:t> - Northern commercial hub</a:t>
                      </a:r>
                    </a:p>
                    <a:p>
                      <a:pPr marL="285750" indent="-285750">
                        <a:buFont typeface="Arial" panose="020B0604020202020204" pitchFamily="34" charset="0"/>
                        <a:buChar char="•"/>
                      </a:pPr>
                      <a:r>
                        <a:rPr lang="en-IN" sz="1800" b="1" i="0" kern="1200" dirty="0">
                          <a:solidFill>
                            <a:schemeClr val="tx1"/>
                          </a:solidFill>
                          <a:effectLst/>
                          <a:latin typeface="Times New Roman" panose="02020603050405020304" pitchFamily="18" charset="0"/>
                          <a:ea typeface="+mn-ea"/>
                          <a:cs typeface="Times New Roman" panose="02020603050405020304" pitchFamily="18" charset="0"/>
                        </a:rPr>
                        <a:t>Port Harcourt</a:t>
                      </a:r>
                      <a:r>
                        <a:rPr lang="en-IN" sz="1800" b="0" i="0" kern="1200" dirty="0">
                          <a:solidFill>
                            <a:schemeClr val="tx1"/>
                          </a:solidFill>
                          <a:effectLst/>
                          <a:latin typeface="Times New Roman" panose="02020603050405020304" pitchFamily="18" charset="0"/>
                          <a:ea typeface="+mn-ea"/>
                          <a:cs typeface="Times New Roman" panose="02020603050405020304" pitchFamily="18" charset="0"/>
                        </a:rPr>
                        <a:t> - Oil city, strong purchasing power</a:t>
                      </a:r>
                    </a:p>
                    <a:p>
                      <a:pPr marL="285750" indent="-285750">
                        <a:buFont typeface="Arial" panose="020B0604020202020204" pitchFamily="34" charset="0"/>
                        <a:buChar char="•"/>
                      </a:pPr>
                      <a:r>
                        <a:rPr lang="en-IN" sz="1800" b="1" i="0" kern="1200" dirty="0">
                          <a:solidFill>
                            <a:schemeClr val="tx1"/>
                          </a:solidFill>
                          <a:effectLst/>
                          <a:latin typeface="Times New Roman" panose="02020603050405020304" pitchFamily="18" charset="0"/>
                          <a:ea typeface="+mn-ea"/>
                          <a:cs typeface="Times New Roman" panose="02020603050405020304" pitchFamily="18" charset="0"/>
                        </a:rPr>
                        <a:t>Ibadan</a:t>
                      </a:r>
                      <a:r>
                        <a:rPr lang="en-IN" sz="1800" b="0" i="0" kern="1200" dirty="0">
                          <a:solidFill>
                            <a:schemeClr val="tx1"/>
                          </a:solidFill>
                          <a:effectLst/>
                          <a:latin typeface="Times New Roman" panose="02020603050405020304" pitchFamily="18" charset="0"/>
                          <a:ea typeface="+mn-ea"/>
                          <a:cs typeface="Times New Roman" panose="02020603050405020304" pitchFamily="18" charset="0"/>
                        </a:rPr>
                        <a:t> - Large urban market</a:t>
                      </a:r>
                    </a:p>
                    <a:p>
                      <a:pPr marL="285750" indent="-285750">
                        <a:buFont typeface="Arial" panose="020B0604020202020204" pitchFamily="34" charset="0"/>
                        <a:buChar char="•"/>
                      </a:pPr>
                      <a:r>
                        <a:rPr lang="en-IN" sz="1800" b="0" i="0" kern="1200" dirty="0">
                          <a:solidFill>
                            <a:schemeClr val="tx1"/>
                          </a:solidFill>
                          <a:effectLst/>
                          <a:latin typeface="Times New Roman" panose="02020603050405020304" pitchFamily="18" charset="0"/>
                          <a:ea typeface="+mn-ea"/>
                          <a:cs typeface="Times New Roman" panose="02020603050405020304" pitchFamily="18" charset="0"/>
                        </a:rPr>
                        <a:t>Plus 10+ other major cities</a:t>
                      </a:r>
                    </a:p>
                    <a:p>
                      <a:endParaRPr lang="en-IN" dirty="0">
                        <a:latin typeface="Times New Roman" panose="02020603050405020304" pitchFamily="18" charset="0"/>
                        <a:cs typeface="Times New Roman" panose="02020603050405020304" pitchFamily="18" charset="0"/>
                      </a:endParaRPr>
                    </a:p>
                  </a:txBody>
                  <a:tcPr/>
                </a:tc>
                <a:extLst>
                  <a:ext uri="{0D108BD9-81ED-4DB2-BD59-A6C34878D82A}">
                    <a16:rowId xmlns:a16="http://schemas.microsoft.com/office/drawing/2014/main" val="3229417458"/>
                  </a:ext>
                </a:extLst>
              </a:tr>
              <a:tr h="1914684">
                <a:tc>
                  <a:txBody>
                    <a:bodyPr/>
                    <a:lstStyle/>
                    <a:p>
                      <a:pPr marL="0" indent="0">
                        <a:buFont typeface="Arial" panose="020B0604020202020204" pitchFamily="34" charset="0"/>
                        <a:buNone/>
                      </a:pPr>
                      <a:r>
                        <a:rPr lang="en-IN" sz="2000" b="1" dirty="0">
                          <a:latin typeface="Times New Roman" panose="02020603050405020304" pitchFamily="18" charset="0"/>
                          <a:cs typeface="Times New Roman" panose="02020603050405020304" pitchFamily="18" charset="0"/>
                        </a:rPr>
                        <a:t>Physical Retail</a:t>
                      </a:r>
                    </a:p>
                    <a:p>
                      <a:pPr marL="285750" indent="-285750">
                        <a:buFont typeface="Arial" panose="020B0604020202020204" pitchFamily="34" charset="0"/>
                        <a:buChar char="•"/>
                      </a:pPr>
                      <a:r>
                        <a:rPr lang="en-IN" sz="1800" b="1" dirty="0">
                          <a:latin typeface="Times New Roman" panose="02020603050405020304" pitchFamily="18" charset="0"/>
                          <a:cs typeface="Times New Roman" panose="02020603050405020304" pitchFamily="18" charset="0"/>
                        </a:rPr>
                        <a:t>Shoprite</a:t>
                      </a:r>
                      <a:r>
                        <a:rPr lang="en-IN" sz="1800" dirty="0">
                          <a:latin typeface="Times New Roman" panose="02020603050405020304" pitchFamily="18" charset="0"/>
                          <a:cs typeface="Times New Roman" panose="02020603050405020304" pitchFamily="18" charset="0"/>
                        </a:rPr>
                        <a:t>, </a:t>
                      </a:r>
                      <a:r>
                        <a:rPr lang="en-IN" sz="1800" b="1" dirty="0">
                          <a:latin typeface="Times New Roman" panose="02020603050405020304" pitchFamily="18" charset="0"/>
                          <a:cs typeface="Times New Roman" panose="02020603050405020304" pitchFamily="18" charset="0"/>
                        </a:rPr>
                        <a:t>Spar</a:t>
                      </a:r>
                      <a:r>
                        <a:rPr lang="en-IN" sz="1800" dirty="0">
                          <a:latin typeface="Times New Roman" panose="02020603050405020304" pitchFamily="18" charset="0"/>
                          <a:cs typeface="Times New Roman" panose="02020603050405020304" pitchFamily="18" charset="0"/>
                        </a:rPr>
                        <a:t>, </a:t>
                      </a:r>
                      <a:r>
                        <a:rPr lang="en-IN" sz="1800" b="1" dirty="0">
                          <a:latin typeface="Times New Roman" panose="02020603050405020304" pitchFamily="18" charset="0"/>
                          <a:cs typeface="Times New Roman" panose="02020603050405020304" pitchFamily="18" charset="0"/>
                        </a:rPr>
                        <a:t>Game</a:t>
                      </a:r>
                      <a:r>
                        <a:rPr lang="en-IN" sz="1800" dirty="0">
                          <a:latin typeface="Times New Roman" panose="02020603050405020304" pitchFamily="18" charset="0"/>
                          <a:cs typeface="Times New Roman" panose="02020603050405020304" pitchFamily="18" charset="0"/>
                        </a:rPr>
                        <a:t> - Major supermarket chains</a:t>
                      </a:r>
                    </a:p>
                    <a:p>
                      <a:pPr marL="285750" indent="-285750">
                        <a:buFont typeface="Arial" panose="020B0604020202020204" pitchFamily="34" charset="0"/>
                        <a:buChar char="•"/>
                      </a:pPr>
                      <a:r>
                        <a:rPr lang="en-IN" sz="1800" b="1" dirty="0">
                          <a:latin typeface="Times New Roman" panose="02020603050405020304" pitchFamily="18" charset="0"/>
                          <a:cs typeface="Times New Roman" panose="02020603050405020304" pitchFamily="18" charset="0"/>
                        </a:rPr>
                        <a:t>Slot</a:t>
                      </a:r>
                      <a:r>
                        <a:rPr lang="en-IN" sz="1800" dirty="0">
                          <a:latin typeface="Times New Roman" panose="02020603050405020304" pitchFamily="18" charset="0"/>
                          <a:cs typeface="Times New Roman" panose="02020603050405020304" pitchFamily="18" charset="0"/>
                        </a:rPr>
                        <a:t>, </a:t>
                      </a:r>
                      <a:r>
                        <a:rPr lang="en-IN" sz="1800" b="1" dirty="0">
                          <a:latin typeface="Times New Roman" panose="02020603050405020304" pitchFamily="18" charset="0"/>
                          <a:cs typeface="Times New Roman" panose="02020603050405020304" pitchFamily="18" charset="0"/>
                        </a:rPr>
                        <a:t>Pointek</a:t>
                      </a:r>
                      <a:r>
                        <a:rPr lang="en-IN" sz="1800" dirty="0">
                          <a:latin typeface="Times New Roman" panose="02020603050405020304" pitchFamily="18" charset="0"/>
                          <a:cs typeface="Times New Roman" panose="02020603050405020304" pitchFamily="18" charset="0"/>
                        </a:rPr>
                        <a:t> - Electronics retailers</a:t>
                      </a:r>
                    </a:p>
                    <a:p>
                      <a:pPr marL="285750" indent="-285750">
                        <a:buFont typeface="Arial" panose="020B0604020202020204" pitchFamily="34" charset="0"/>
                        <a:buChar char="•"/>
                      </a:pPr>
                      <a:r>
                        <a:rPr lang="en-IN" sz="1800" b="1" dirty="0">
                          <a:latin typeface="Times New Roman" panose="02020603050405020304" pitchFamily="18" charset="0"/>
                          <a:cs typeface="Times New Roman" panose="02020603050405020304" pitchFamily="18" charset="0"/>
                        </a:rPr>
                        <a:t>Mr Price</a:t>
                      </a:r>
                      <a:r>
                        <a:rPr lang="en-IN" sz="1800" dirty="0">
                          <a:latin typeface="Times New Roman" panose="02020603050405020304" pitchFamily="18" charset="0"/>
                          <a:cs typeface="Times New Roman" panose="02020603050405020304" pitchFamily="18" charset="0"/>
                        </a:rPr>
                        <a:t> - Fashion retail</a:t>
                      </a:r>
                    </a:p>
                    <a:p>
                      <a:pPr marL="285750" indent="-285750">
                        <a:buFont typeface="Arial" panose="020B0604020202020204" pitchFamily="34" charset="0"/>
                        <a:buChar char="•"/>
                      </a:pPr>
                      <a:r>
                        <a:rPr lang="en-IN" sz="1800" dirty="0">
                          <a:latin typeface="Times New Roman" panose="02020603050405020304" pitchFamily="18" charset="0"/>
                          <a:cs typeface="Times New Roman" panose="02020603050405020304" pitchFamily="18" charset="0"/>
                        </a:rPr>
                        <a:t>Traditional markets: Balogun Market, Computer Village</a:t>
                      </a:r>
                    </a:p>
                    <a:p>
                      <a:endParaRPr lang="en-IN" dirty="0">
                        <a:latin typeface="Times New Roman" panose="02020603050405020304" pitchFamily="18" charset="0"/>
                        <a:cs typeface="Times New Roman" panose="02020603050405020304" pitchFamily="18" charset="0"/>
                      </a:endParaRPr>
                    </a:p>
                  </a:txBody>
                  <a:tcPr/>
                </a:tc>
                <a:tc>
                  <a:txBody>
                    <a:bodyPr/>
                    <a:lstStyle/>
                    <a:p>
                      <a:r>
                        <a:rPr lang="en-IN" sz="2000" b="1" i="0" kern="1200" dirty="0">
                          <a:solidFill>
                            <a:schemeClr val="tx1"/>
                          </a:solidFill>
                          <a:effectLst/>
                          <a:latin typeface="Times New Roman" panose="02020603050405020304" pitchFamily="18" charset="0"/>
                          <a:ea typeface="+mn-ea"/>
                          <a:cs typeface="Times New Roman" panose="02020603050405020304" pitchFamily="18" charset="0"/>
                        </a:rPr>
                        <a:t>Currency &amp; Pricing</a:t>
                      </a:r>
                    </a:p>
                    <a:p>
                      <a:pPr marL="285750" indent="-285750">
                        <a:buFont typeface="Arial" panose="020B0604020202020204" pitchFamily="34" charset="0"/>
                        <a:buChar char="•"/>
                      </a:pPr>
                      <a:r>
                        <a:rPr lang="en-IN" sz="1800" b="1" i="0" kern="1200" dirty="0">
                          <a:solidFill>
                            <a:schemeClr val="tx1"/>
                          </a:solidFill>
                          <a:effectLst/>
                          <a:latin typeface="Times New Roman" panose="02020603050405020304" pitchFamily="18" charset="0"/>
                          <a:ea typeface="+mn-ea"/>
                          <a:cs typeface="Times New Roman" panose="02020603050405020304" pitchFamily="18" charset="0"/>
                        </a:rPr>
                        <a:t>Currency</a:t>
                      </a:r>
                      <a:r>
                        <a:rPr lang="en-IN" sz="1800" b="0" i="0" kern="1200" dirty="0">
                          <a:solidFill>
                            <a:schemeClr val="tx1"/>
                          </a:solidFill>
                          <a:effectLst/>
                          <a:latin typeface="Times New Roman" panose="02020603050405020304" pitchFamily="18" charset="0"/>
                          <a:ea typeface="+mn-ea"/>
                          <a:cs typeface="Times New Roman" panose="02020603050405020304" pitchFamily="18" charset="0"/>
                        </a:rPr>
                        <a:t>: Nigerian Naira (NGN, ₦)</a:t>
                      </a:r>
                    </a:p>
                    <a:p>
                      <a:pPr marL="285750" indent="-285750">
                        <a:buFont typeface="Arial" panose="020B0604020202020204" pitchFamily="34" charset="0"/>
                        <a:buChar char="•"/>
                      </a:pPr>
                      <a:r>
                        <a:rPr lang="en-IN" sz="1800" b="1" i="0" kern="1200" dirty="0">
                          <a:solidFill>
                            <a:schemeClr val="tx1"/>
                          </a:solidFill>
                          <a:effectLst/>
                          <a:latin typeface="Times New Roman" panose="02020603050405020304" pitchFamily="18" charset="0"/>
                          <a:ea typeface="+mn-ea"/>
                          <a:cs typeface="Times New Roman" panose="02020603050405020304" pitchFamily="18" charset="0"/>
                        </a:rPr>
                        <a:t>Exchange Rate</a:t>
                      </a:r>
                      <a:r>
                        <a:rPr lang="en-IN" sz="1800" b="0" i="0" kern="1200" dirty="0">
                          <a:solidFill>
                            <a:schemeClr val="tx1"/>
                          </a:solidFill>
                          <a:effectLst/>
                          <a:latin typeface="Times New Roman" panose="02020603050405020304" pitchFamily="18" charset="0"/>
                          <a:ea typeface="+mn-ea"/>
                          <a:cs typeface="Times New Roman" panose="02020603050405020304" pitchFamily="18" charset="0"/>
                        </a:rPr>
                        <a:t>: ~₦1,500/USD</a:t>
                      </a:r>
                    </a:p>
                    <a:p>
                      <a:pPr marL="285750" indent="-285750">
                        <a:buFont typeface="Arial" panose="020B0604020202020204" pitchFamily="34" charset="0"/>
                        <a:buChar char="•"/>
                      </a:pPr>
                      <a:r>
                        <a:rPr lang="en-IN" sz="1800" b="1" i="0" kern="1200" dirty="0">
                          <a:solidFill>
                            <a:schemeClr val="tx1"/>
                          </a:solidFill>
                          <a:effectLst/>
                          <a:latin typeface="Times New Roman" panose="02020603050405020304" pitchFamily="18" charset="0"/>
                          <a:ea typeface="+mn-ea"/>
                          <a:cs typeface="Times New Roman" panose="02020603050405020304" pitchFamily="18" charset="0"/>
                        </a:rPr>
                        <a:t>Price Ranges</a:t>
                      </a:r>
                      <a:r>
                        <a:rPr lang="en-IN" sz="1800" b="0" i="0" kern="1200" dirty="0">
                          <a:solidFill>
                            <a:schemeClr val="tx1"/>
                          </a:solidFill>
                          <a:effectLst/>
                          <a:latin typeface="Times New Roman" panose="02020603050405020304" pitchFamily="18" charset="0"/>
                          <a:ea typeface="+mn-ea"/>
                          <a:cs typeface="Times New Roman" panose="02020603050405020304" pitchFamily="18" charset="0"/>
                        </a:rPr>
                        <a:t>: Realistic Nigerian market prices</a:t>
                      </a:r>
                    </a:p>
                    <a:p>
                      <a:pPr marL="285750" indent="-285750">
                        <a:buFont typeface="Arial" panose="020B0604020202020204" pitchFamily="34" charset="0"/>
                        <a:buChar char="•"/>
                      </a:pPr>
                      <a:r>
                        <a:rPr lang="en-IN" sz="1800" b="1" i="0" kern="1200" dirty="0">
                          <a:solidFill>
                            <a:schemeClr val="tx1"/>
                          </a:solidFill>
                          <a:effectLst/>
                          <a:latin typeface="Times New Roman" panose="02020603050405020304" pitchFamily="18" charset="0"/>
                          <a:ea typeface="+mn-ea"/>
                          <a:cs typeface="Times New Roman" panose="02020603050405020304" pitchFamily="18" charset="0"/>
                        </a:rPr>
                        <a:t>Time Zone</a:t>
                      </a:r>
                      <a:r>
                        <a:rPr lang="en-IN" sz="1800" b="0" i="0" kern="1200" dirty="0">
                          <a:solidFill>
                            <a:schemeClr val="tx1"/>
                          </a:solidFill>
                          <a:effectLst/>
                          <a:latin typeface="Times New Roman" panose="02020603050405020304" pitchFamily="18" charset="0"/>
                          <a:ea typeface="+mn-ea"/>
                          <a:cs typeface="Times New Roman" panose="02020603050405020304" pitchFamily="18" charset="0"/>
                        </a:rPr>
                        <a:t>: West Africa Time (WAT, UTC+1)</a:t>
                      </a:r>
                    </a:p>
                    <a:p>
                      <a:endParaRPr lang="en-IN" dirty="0">
                        <a:latin typeface="Times New Roman" panose="02020603050405020304" pitchFamily="18" charset="0"/>
                        <a:cs typeface="Times New Roman" panose="02020603050405020304" pitchFamily="18" charset="0"/>
                      </a:endParaRPr>
                    </a:p>
                  </a:txBody>
                  <a:tcPr/>
                </a:tc>
                <a:extLst>
                  <a:ext uri="{0D108BD9-81ED-4DB2-BD59-A6C34878D82A}">
                    <a16:rowId xmlns:a16="http://schemas.microsoft.com/office/drawing/2014/main" val="287374613"/>
                  </a:ext>
                </a:extLst>
              </a:tr>
            </a:tbl>
          </a:graphicData>
        </a:graphic>
      </p:graphicFrame>
    </p:spTree>
    <p:extLst>
      <p:ext uri="{BB962C8B-B14F-4D97-AF65-F5344CB8AC3E}">
        <p14:creationId xmlns:p14="http://schemas.microsoft.com/office/powerpoint/2010/main" val="3432555041"/>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E54BD9D3-CCA6-B9E3-9FD5-3138BB534BC4}"/>
              </a:ext>
            </a:extLst>
          </p:cNvPr>
          <p:cNvSpPr>
            <a:spLocks noGrp="1"/>
          </p:cNvSpPr>
          <p:nvPr>
            <p:ph type="title"/>
          </p:nvPr>
        </p:nvSpPr>
        <p:spPr>
          <a:xfrm>
            <a:off x="1675111" y="103705"/>
            <a:ext cx="8577617" cy="316081"/>
          </a:xfrm>
        </p:spPr>
        <p:txBody>
          <a:bodyPr/>
          <a:lstStyle/>
          <a:p>
            <a:pPr algn="ctr"/>
            <a:r>
              <a:rPr lang="en-IN" dirty="0">
                <a:solidFill>
                  <a:srgbClr val="FF0000"/>
                </a:solidFill>
                <a:cs typeface="Times New Roman" panose="02020603050405020304" pitchFamily="18" charset="0"/>
              </a:rPr>
              <a:t>Data Preprocessing</a:t>
            </a:r>
          </a:p>
        </p:txBody>
      </p:sp>
      <p:sp>
        <p:nvSpPr>
          <p:cNvPr id="4" name="Slide Number Placeholder 3">
            <a:extLst>
              <a:ext uri="{FF2B5EF4-FFF2-40B4-BE49-F238E27FC236}">
                <a16:creationId xmlns:a16="http://schemas.microsoft.com/office/drawing/2014/main" id="{AB4B4754-B439-82E8-5162-661DE8ED02D8}"/>
              </a:ext>
            </a:extLst>
          </p:cNvPr>
          <p:cNvSpPr>
            <a:spLocks noGrp="1"/>
          </p:cNvSpPr>
          <p:nvPr>
            <p:ph type="sldNum" sz="quarter" idx="12"/>
          </p:nvPr>
        </p:nvSpPr>
        <p:spPr/>
        <p:txBody>
          <a:bodyPr/>
          <a:lstStyle/>
          <a:p>
            <a:pPr defTabSz="685800" hangingPunct="1"/>
            <a:fld id="{71766878-3199-4EAB-94E7-2D6D11070E14}" type="slidenum">
              <a:rPr lang="en-US" kern="1200">
                <a:solidFill>
                  <a:prstClr val="white"/>
                </a:solidFill>
                <a:latin typeface="Calibri"/>
                <a:ea typeface="+mn-ea"/>
                <a:cs typeface="+mn-cs"/>
              </a:rPr>
              <a:pPr defTabSz="685800" hangingPunct="1"/>
              <a:t>6</a:t>
            </a:fld>
            <a:endParaRPr lang="en-US" kern="1200">
              <a:solidFill>
                <a:prstClr val="white"/>
              </a:solidFill>
              <a:latin typeface="Calibri"/>
              <a:ea typeface="+mn-ea"/>
              <a:cs typeface="+mn-cs"/>
            </a:endParaRPr>
          </a:p>
        </p:txBody>
      </p:sp>
      <p:sp>
        <p:nvSpPr>
          <p:cNvPr id="2" name="TextBox 1">
            <a:extLst>
              <a:ext uri="{FF2B5EF4-FFF2-40B4-BE49-F238E27FC236}">
                <a16:creationId xmlns:a16="http://schemas.microsoft.com/office/drawing/2014/main" id="{D26F49C0-C455-3333-89BE-27734D930B54}"/>
              </a:ext>
            </a:extLst>
          </p:cNvPr>
          <p:cNvSpPr txBox="1"/>
          <p:nvPr/>
        </p:nvSpPr>
        <p:spPr>
          <a:xfrm>
            <a:off x="1088006" y="1273226"/>
            <a:ext cx="11511280" cy="3908762"/>
          </a:xfrm>
          <a:prstGeom prst="rect">
            <a:avLst/>
          </a:prstGeom>
          <a:noFill/>
        </p:spPr>
        <p:txBody>
          <a:bodyPr wrap="square" rtlCol="0">
            <a:spAutoFit/>
          </a:bodyPr>
          <a:lstStyle/>
          <a:p>
            <a:r>
              <a:rPr lang="en-US" sz="2800" b="1" dirty="0"/>
              <a:t>Loaded multi-feature e-commerce dataset</a:t>
            </a:r>
          </a:p>
          <a:p>
            <a:pPr marL="285750" indent="-285750">
              <a:buFont typeface="Arial" panose="020B0604020202020204" pitchFamily="34" charset="0"/>
              <a:buChar char="•"/>
            </a:pPr>
            <a:r>
              <a:rPr lang="en-US" sz="2200" dirty="0"/>
              <a:t>Read and combined the data into a consistent </a:t>
            </a:r>
            <a:r>
              <a:rPr lang="en-US" sz="2200" dirty="0" err="1"/>
              <a:t>DataFrame</a:t>
            </a:r>
            <a:endParaRPr lang="en-US" sz="2200" dirty="0"/>
          </a:p>
          <a:p>
            <a:pPr marL="285750" indent="-285750">
              <a:buFont typeface="Arial" panose="020B0604020202020204" pitchFamily="34" charset="0"/>
              <a:buChar char="•"/>
            </a:pPr>
            <a:r>
              <a:rPr lang="en-US" sz="2200" dirty="0"/>
              <a:t>Ensured Numeric / Date / Categorical types were correctly parsed</a:t>
            </a:r>
          </a:p>
          <a:p>
            <a:pPr marL="285750" indent="-285750">
              <a:buFont typeface="Arial" panose="020B0604020202020204" pitchFamily="34" charset="0"/>
              <a:buChar char="•"/>
            </a:pPr>
            <a:endParaRPr lang="en-US" sz="2200" dirty="0"/>
          </a:p>
          <a:p>
            <a:r>
              <a:rPr lang="en-US" sz="2400" b="1" dirty="0"/>
              <a:t>Feature Engineering</a:t>
            </a:r>
          </a:p>
          <a:p>
            <a:pPr marL="342900" indent="-342900">
              <a:buFont typeface="Arial" panose="020B0604020202020204" pitchFamily="34" charset="0"/>
              <a:buChar char="•"/>
            </a:pPr>
            <a:r>
              <a:rPr lang="en-US" sz="2200" dirty="0"/>
              <a:t>Created </a:t>
            </a:r>
            <a:r>
              <a:rPr lang="en-US" sz="2200" b="1" dirty="0" err="1"/>
              <a:t>TotalAmount</a:t>
            </a:r>
            <a:r>
              <a:rPr lang="en-US" sz="2200" b="1" dirty="0"/>
              <a:t> = Quantity × UnitPrice</a:t>
            </a:r>
            <a:endParaRPr lang="en-US" sz="2200" dirty="0"/>
          </a:p>
          <a:p>
            <a:pPr marL="342900" indent="-342900">
              <a:buFont typeface="Arial" panose="020B0604020202020204" pitchFamily="34" charset="0"/>
              <a:buChar char="•"/>
            </a:pPr>
            <a:r>
              <a:rPr lang="en-US" sz="2200" dirty="0"/>
              <a:t>Extracted </a:t>
            </a:r>
            <a:r>
              <a:rPr lang="en-US" sz="2200" b="1" dirty="0" err="1"/>
              <a:t>InvoiceMonth</a:t>
            </a:r>
            <a:r>
              <a:rPr lang="en-US" sz="2200" dirty="0"/>
              <a:t> for time-series sales forecasting</a:t>
            </a:r>
          </a:p>
          <a:p>
            <a:pPr marL="342900" indent="-342900">
              <a:buFont typeface="Arial" panose="020B0604020202020204" pitchFamily="34" charset="0"/>
              <a:buChar char="•"/>
            </a:pPr>
            <a:r>
              <a:rPr lang="en-US" sz="2200" dirty="0"/>
              <a:t>Built </a:t>
            </a:r>
            <a:r>
              <a:rPr lang="en-US" sz="2200" b="1" dirty="0"/>
              <a:t>Recency, Frequency, Monetary (RFM)</a:t>
            </a:r>
            <a:r>
              <a:rPr lang="en-US" sz="2200" dirty="0"/>
              <a:t> features</a:t>
            </a:r>
          </a:p>
          <a:p>
            <a:pPr marL="342900" indent="-342900">
              <a:buFont typeface="Arial" panose="020B0604020202020204" pitchFamily="34" charset="0"/>
              <a:buChar char="•"/>
            </a:pPr>
            <a:r>
              <a:rPr lang="en-US" sz="2200" dirty="0"/>
              <a:t>Created </a:t>
            </a:r>
            <a:r>
              <a:rPr lang="en-US" sz="2200" b="1" dirty="0"/>
              <a:t>churn label</a:t>
            </a:r>
            <a:r>
              <a:rPr lang="en-US" sz="2200" dirty="0"/>
              <a:t> using Recency threshold (e.g., &gt; 60 days → churn)</a:t>
            </a:r>
          </a:p>
          <a:p>
            <a:pPr marL="285750" indent="-285750">
              <a:buFont typeface="Arial" panose="020B0604020202020204" pitchFamily="34" charset="0"/>
              <a:buChar char="•"/>
            </a:pPr>
            <a:endParaRPr lang="en-US" sz="2400" dirty="0"/>
          </a:p>
          <a:p>
            <a:pPr marL="285750" indent="-285750">
              <a:buFont typeface="Arial" panose="020B0604020202020204" pitchFamily="34" charset="0"/>
              <a:buChar char="•"/>
            </a:pPr>
            <a:endParaRPr lang="en-US" sz="1800" dirty="0"/>
          </a:p>
        </p:txBody>
      </p:sp>
    </p:spTree>
    <p:extLst>
      <p:ext uri="{BB962C8B-B14F-4D97-AF65-F5344CB8AC3E}">
        <p14:creationId xmlns:p14="http://schemas.microsoft.com/office/powerpoint/2010/main" val="4046392435"/>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E54BD9D3-CCA6-B9E3-9FD5-3138BB534BC4}"/>
              </a:ext>
            </a:extLst>
          </p:cNvPr>
          <p:cNvSpPr>
            <a:spLocks noGrp="1"/>
          </p:cNvSpPr>
          <p:nvPr>
            <p:ph type="title"/>
          </p:nvPr>
        </p:nvSpPr>
        <p:spPr>
          <a:xfrm>
            <a:off x="1807190" y="134185"/>
            <a:ext cx="8577617" cy="316081"/>
          </a:xfrm>
        </p:spPr>
        <p:txBody>
          <a:bodyPr/>
          <a:lstStyle/>
          <a:p>
            <a:pPr algn="ctr"/>
            <a:r>
              <a:rPr lang="en-US" dirty="0">
                <a:solidFill>
                  <a:srgbClr val="FF0000"/>
                </a:solidFill>
                <a:cs typeface="Times New Roman" panose="02020603050405020304" pitchFamily="18" charset="0"/>
              </a:rPr>
              <a:t>Analytical Approach/ Methodology</a:t>
            </a:r>
            <a:endParaRPr lang="en-IN" dirty="0">
              <a:solidFill>
                <a:srgbClr val="FF0000"/>
              </a:solidFill>
              <a:cs typeface="Times New Roman" panose="02020603050405020304" pitchFamily="18" charset="0"/>
            </a:endParaRPr>
          </a:p>
        </p:txBody>
      </p:sp>
      <p:sp>
        <p:nvSpPr>
          <p:cNvPr id="4" name="Slide Number Placeholder 3">
            <a:extLst>
              <a:ext uri="{FF2B5EF4-FFF2-40B4-BE49-F238E27FC236}">
                <a16:creationId xmlns:a16="http://schemas.microsoft.com/office/drawing/2014/main" id="{AB4B4754-B439-82E8-5162-661DE8ED02D8}"/>
              </a:ext>
            </a:extLst>
          </p:cNvPr>
          <p:cNvSpPr>
            <a:spLocks noGrp="1"/>
          </p:cNvSpPr>
          <p:nvPr>
            <p:ph type="sldNum" sz="quarter" idx="12"/>
          </p:nvPr>
        </p:nvSpPr>
        <p:spPr/>
        <p:txBody>
          <a:bodyPr/>
          <a:lstStyle/>
          <a:p>
            <a:pPr defTabSz="685800" hangingPunct="1"/>
            <a:fld id="{71766878-3199-4EAB-94E7-2D6D11070E14}" type="slidenum">
              <a:rPr lang="en-US" kern="1200">
                <a:solidFill>
                  <a:prstClr val="white"/>
                </a:solidFill>
                <a:latin typeface="Calibri"/>
                <a:ea typeface="+mn-ea"/>
                <a:cs typeface="+mn-cs"/>
              </a:rPr>
              <a:pPr defTabSz="685800" hangingPunct="1"/>
              <a:t>7</a:t>
            </a:fld>
            <a:endParaRPr lang="en-US" kern="1200">
              <a:solidFill>
                <a:prstClr val="white"/>
              </a:solidFill>
              <a:latin typeface="Calibri"/>
              <a:ea typeface="+mn-ea"/>
              <a:cs typeface="+mn-cs"/>
            </a:endParaRPr>
          </a:p>
        </p:txBody>
      </p:sp>
      <p:pic>
        <p:nvPicPr>
          <p:cNvPr id="8" name="Picture 7">
            <a:extLst>
              <a:ext uri="{FF2B5EF4-FFF2-40B4-BE49-F238E27FC236}">
                <a16:creationId xmlns:a16="http://schemas.microsoft.com/office/drawing/2014/main" id="{35E57A8E-30BB-73FE-7B32-59B42C1D2A6F}"/>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0" y="450266"/>
            <a:ext cx="12192000" cy="5716854"/>
          </a:xfrm>
          <a:prstGeom prst="rect">
            <a:avLst/>
          </a:prstGeom>
        </p:spPr>
      </p:pic>
    </p:spTree>
    <p:extLst>
      <p:ext uri="{BB962C8B-B14F-4D97-AF65-F5344CB8AC3E}">
        <p14:creationId xmlns:p14="http://schemas.microsoft.com/office/powerpoint/2010/main" val="3998404722"/>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E54BD9D3-CCA6-B9E3-9FD5-3138BB534BC4}"/>
              </a:ext>
            </a:extLst>
          </p:cNvPr>
          <p:cNvSpPr>
            <a:spLocks noGrp="1"/>
          </p:cNvSpPr>
          <p:nvPr>
            <p:ph type="title"/>
          </p:nvPr>
        </p:nvSpPr>
        <p:spPr>
          <a:xfrm>
            <a:off x="1807190" y="134185"/>
            <a:ext cx="8577617" cy="316081"/>
          </a:xfrm>
        </p:spPr>
        <p:txBody>
          <a:bodyPr/>
          <a:lstStyle/>
          <a:p>
            <a:pPr algn="ctr"/>
            <a:r>
              <a:rPr lang="en-US" dirty="0">
                <a:solidFill>
                  <a:srgbClr val="FF0000"/>
                </a:solidFill>
                <a:cs typeface="Times New Roman" panose="02020603050405020304" pitchFamily="18" charset="0"/>
              </a:rPr>
              <a:t>Analytical Approach/ Methodology</a:t>
            </a:r>
            <a:endParaRPr lang="en-IN" dirty="0">
              <a:solidFill>
                <a:srgbClr val="FF0000"/>
              </a:solidFill>
              <a:cs typeface="Times New Roman" panose="02020603050405020304" pitchFamily="18" charset="0"/>
            </a:endParaRPr>
          </a:p>
        </p:txBody>
      </p:sp>
      <p:sp>
        <p:nvSpPr>
          <p:cNvPr id="4" name="Slide Number Placeholder 3">
            <a:extLst>
              <a:ext uri="{FF2B5EF4-FFF2-40B4-BE49-F238E27FC236}">
                <a16:creationId xmlns:a16="http://schemas.microsoft.com/office/drawing/2014/main" id="{AB4B4754-B439-82E8-5162-661DE8ED02D8}"/>
              </a:ext>
            </a:extLst>
          </p:cNvPr>
          <p:cNvSpPr>
            <a:spLocks noGrp="1"/>
          </p:cNvSpPr>
          <p:nvPr>
            <p:ph type="sldNum" sz="quarter" idx="12"/>
          </p:nvPr>
        </p:nvSpPr>
        <p:spPr/>
        <p:txBody>
          <a:bodyPr/>
          <a:lstStyle/>
          <a:p>
            <a:pPr defTabSz="685800" hangingPunct="1"/>
            <a:fld id="{71766878-3199-4EAB-94E7-2D6D11070E14}" type="slidenum">
              <a:rPr lang="en-US" kern="1200">
                <a:solidFill>
                  <a:prstClr val="white"/>
                </a:solidFill>
                <a:latin typeface="Calibri"/>
                <a:ea typeface="+mn-ea"/>
                <a:cs typeface="+mn-cs"/>
              </a:rPr>
              <a:pPr defTabSz="685800" hangingPunct="1"/>
              <a:t>8</a:t>
            </a:fld>
            <a:endParaRPr lang="en-US" kern="1200">
              <a:solidFill>
                <a:prstClr val="white"/>
              </a:solidFill>
              <a:latin typeface="Calibri"/>
              <a:ea typeface="+mn-ea"/>
              <a:cs typeface="+mn-cs"/>
            </a:endParaRPr>
          </a:p>
        </p:txBody>
      </p:sp>
      <p:sp>
        <p:nvSpPr>
          <p:cNvPr id="6" name="TextBox 5">
            <a:extLst>
              <a:ext uri="{FF2B5EF4-FFF2-40B4-BE49-F238E27FC236}">
                <a16:creationId xmlns:a16="http://schemas.microsoft.com/office/drawing/2014/main" id="{269C45B9-C077-6918-F628-74F806BE2836}"/>
              </a:ext>
            </a:extLst>
          </p:cNvPr>
          <p:cNvSpPr txBox="1"/>
          <p:nvPr/>
        </p:nvSpPr>
        <p:spPr>
          <a:xfrm>
            <a:off x="442841" y="657571"/>
            <a:ext cx="11633200" cy="6463308"/>
          </a:xfrm>
          <a:prstGeom prst="rect">
            <a:avLst/>
          </a:prstGeom>
          <a:noFill/>
        </p:spPr>
        <p:txBody>
          <a:bodyPr wrap="square">
            <a:spAutoFit/>
          </a:bodyPr>
          <a:lstStyle/>
          <a:p>
            <a:pPr>
              <a:buNone/>
            </a:pPr>
            <a:r>
              <a:rPr lang="en-IN" sz="2400" b="1" dirty="0"/>
              <a:t>Overview</a:t>
            </a:r>
          </a:p>
          <a:p>
            <a:pPr>
              <a:buNone/>
            </a:pPr>
            <a:r>
              <a:rPr lang="en-IN" sz="1800" dirty="0"/>
              <a:t>This project follows an end-to-end analytics pipeline: </a:t>
            </a:r>
            <a:r>
              <a:rPr lang="en-IN" sz="1800" b="1" dirty="0"/>
              <a:t>Data ingestion → Preprocessing → EDA → RFM &amp; segmentation → Predictive </a:t>
            </a:r>
            <a:r>
              <a:rPr lang="en-IN" sz="1800" b="1" dirty="0" err="1"/>
              <a:t>modeling</a:t>
            </a:r>
            <a:r>
              <a:rPr lang="en-IN" sz="1800" b="1" dirty="0"/>
              <a:t> (churn) → CLV estimation → Time-series forecasting → Recommendation mining → Deployment (</a:t>
            </a:r>
            <a:r>
              <a:rPr lang="en-IN" sz="1800" b="1" dirty="0" err="1"/>
              <a:t>Streamlit</a:t>
            </a:r>
            <a:r>
              <a:rPr lang="en-IN" sz="1800" b="1" dirty="0"/>
              <a:t> &amp; Power BI)</a:t>
            </a:r>
          </a:p>
          <a:p>
            <a:pPr>
              <a:buNone/>
            </a:pPr>
            <a:endParaRPr lang="en-IN" sz="1800" b="1" dirty="0"/>
          </a:p>
          <a:p>
            <a:r>
              <a:rPr lang="en-IN" sz="2400" b="1" dirty="0"/>
              <a:t>1. Data ingestion &amp; consolidation</a:t>
            </a:r>
          </a:p>
          <a:p>
            <a:pPr marL="342900" indent="-342900">
              <a:buFont typeface="Arial" panose="020B0604020202020204" pitchFamily="34" charset="0"/>
              <a:buChar char="•"/>
            </a:pPr>
            <a:r>
              <a:rPr lang="en-IN" sz="1800" b="1" dirty="0"/>
              <a:t>Goal:</a:t>
            </a:r>
            <a:r>
              <a:rPr lang="en-IN" sz="1800" dirty="0"/>
              <a:t> Load and unify raw transaction sources into a single analysis-ready table.</a:t>
            </a:r>
          </a:p>
          <a:p>
            <a:pPr marL="342900" indent="-342900">
              <a:buFont typeface="Arial" panose="020B0604020202020204" pitchFamily="34" charset="0"/>
              <a:buChar char="•"/>
            </a:pPr>
            <a:r>
              <a:rPr lang="en-IN" sz="1800" b="1" dirty="0"/>
              <a:t>Actions taken:</a:t>
            </a:r>
            <a:endParaRPr lang="en-IN" sz="1800" dirty="0"/>
          </a:p>
          <a:p>
            <a:pPr lvl="1" indent="0"/>
            <a:r>
              <a:rPr lang="en-IN" sz="1800" dirty="0"/>
              <a:t>	Loaded raw files and </a:t>
            </a:r>
            <a:r>
              <a:rPr lang="en-IN" sz="1800" dirty="0" err="1"/>
              <a:t>HuggingFace</a:t>
            </a:r>
            <a:r>
              <a:rPr lang="en-IN" sz="1800" dirty="0"/>
              <a:t> dataset where applicable.</a:t>
            </a:r>
          </a:p>
          <a:p>
            <a:pPr lvl="1" indent="0"/>
            <a:r>
              <a:rPr lang="en-IN" sz="1800" dirty="0"/>
              <a:t>	Standardized column names.</a:t>
            </a:r>
          </a:p>
          <a:p>
            <a:pPr lvl="1"/>
            <a:endParaRPr lang="en-IN" sz="1800" dirty="0"/>
          </a:p>
          <a:p>
            <a:r>
              <a:rPr lang="en-US" sz="2400" b="1" dirty="0"/>
              <a:t>2. Data cleaning &amp; preprocessing</a:t>
            </a:r>
          </a:p>
          <a:p>
            <a:pPr marL="285750" indent="-285750">
              <a:buFont typeface="Arial" panose="020B0604020202020204" pitchFamily="34" charset="0"/>
              <a:buChar char="•"/>
            </a:pPr>
            <a:r>
              <a:rPr lang="en-US" sz="1800" b="1" dirty="0"/>
              <a:t>Goal:</a:t>
            </a:r>
            <a:r>
              <a:rPr lang="en-US" sz="1800" dirty="0"/>
              <a:t> Ensure data correctness and build the base features for analysis.</a:t>
            </a:r>
          </a:p>
          <a:p>
            <a:pPr marL="285750" indent="-285750">
              <a:buFont typeface="Arial" panose="020B0604020202020204" pitchFamily="34" charset="0"/>
              <a:buChar char="•"/>
            </a:pPr>
            <a:r>
              <a:rPr lang="en-US" sz="1800" b="1" dirty="0"/>
              <a:t>Actions taken:</a:t>
            </a:r>
            <a:endParaRPr lang="en-US" sz="1800" dirty="0"/>
          </a:p>
          <a:p>
            <a:pPr lvl="1" indent="0"/>
            <a:r>
              <a:rPr lang="en-US" sz="1800" dirty="0"/>
              <a:t>	Removed invalid/negative quantities and zero/negative unit prices.</a:t>
            </a:r>
          </a:p>
          <a:p>
            <a:pPr lvl="1" indent="0"/>
            <a:r>
              <a:rPr lang="en-US" sz="1800" dirty="0"/>
              <a:t>	Handled missing </a:t>
            </a:r>
            <a:r>
              <a:rPr lang="en-US" sz="1800" dirty="0" err="1"/>
              <a:t>CustomerID</a:t>
            </a:r>
            <a:r>
              <a:rPr lang="en-US" sz="1800" dirty="0"/>
              <a:t> / Invoice rows (drop or impute as appropriate).</a:t>
            </a:r>
          </a:p>
          <a:p>
            <a:pPr lvl="1" indent="0"/>
            <a:r>
              <a:rPr lang="en-US" sz="1800" dirty="0"/>
              <a:t>	Standardized date fields (convert </a:t>
            </a:r>
            <a:r>
              <a:rPr lang="en-US" sz="1800" dirty="0" err="1"/>
              <a:t>InvoiceDate</a:t>
            </a:r>
            <a:r>
              <a:rPr lang="en-US" sz="1800" dirty="0"/>
              <a:t> to datetime).</a:t>
            </a:r>
          </a:p>
          <a:p>
            <a:pPr lvl="1" indent="0"/>
            <a:r>
              <a:rPr lang="en-US" sz="1800" dirty="0"/>
              <a:t>	Created </a:t>
            </a:r>
            <a:r>
              <a:rPr lang="en-US" sz="1800" dirty="0" err="1"/>
              <a:t>TotalAmount</a:t>
            </a:r>
            <a:r>
              <a:rPr lang="en-US" sz="1800" dirty="0"/>
              <a:t> = Quantity × UnitPrice.</a:t>
            </a:r>
          </a:p>
          <a:p>
            <a:pPr lvl="1" indent="0"/>
            <a:r>
              <a:rPr lang="en-US" sz="1800" dirty="0"/>
              <a:t>	Resampled/aggregated date fields to monthly for forecasting.</a:t>
            </a:r>
          </a:p>
          <a:p>
            <a:pPr lvl="1"/>
            <a:endParaRPr lang="en-IN" sz="1800" dirty="0"/>
          </a:p>
          <a:p>
            <a:pPr lvl="1"/>
            <a:endParaRPr lang="en-IN" sz="1800" dirty="0"/>
          </a:p>
          <a:p>
            <a:pPr>
              <a:buNone/>
            </a:pPr>
            <a:endParaRPr lang="en-IN" sz="1800" dirty="0"/>
          </a:p>
        </p:txBody>
      </p:sp>
    </p:spTree>
    <p:extLst>
      <p:ext uri="{BB962C8B-B14F-4D97-AF65-F5344CB8AC3E}">
        <p14:creationId xmlns:p14="http://schemas.microsoft.com/office/powerpoint/2010/main" val="2852115328"/>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1D879BD-7399-59BB-5BC8-E3ACA27387F9}"/>
            </a:ext>
          </a:extLst>
        </p:cNvPr>
        <p:cNvGrpSpPr/>
        <p:nvPr/>
      </p:nvGrpSpPr>
      <p:grpSpPr>
        <a:xfrm>
          <a:off x="0" y="0"/>
          <a:ext cx="0" cy="0"/>
          <a:chOff x="0" y="0"/>
          <a:chExt cx="0" cy="0"/>
        </a:xfrm>
      </p:grpSpPr>
      <p:sp>
        <p:nvSpPr>
          <p:cNvPr id="3" name="Title 2">
            <a:extLst>
              <a:ext uri="{FF2B5EF4-FFF2-40B4-BE49-F238E27FC236}">
                <a16:creationId xmlns:a16="http://schemas.microsoft.com/office/drawing/2014/main" id="{D9AF5C73-68F8-9F53-36E9-E3309F25AF50}"/>
              </a:ext>
            </a:extLst>
          </p:cNvPr>
          <p:cNvSpPr>
            <a:spLocks noGrp="1"/>
          </p:cNvSpPr>
          <p:nvPr>
            <p:ph type="title"/>
          </p:nvPr>
        </p:nvSpPr>
        <p:spPr>
          <a:xfrm>
            <a:off x="1807190" y="134185"/>
            <a:ext cx="8577617" cy="316081"/>
          </a:xfrm>
        </p:spPr>
        <p:txBody>
          <a:bodyPr/>
          <a:lstStyle/>
          <a:p>
            <a:pPr algn="ctr"/>
            <a:r>
              <a:rPr lang="en-US" dirty="0">
                <a:solidFill>
                  <a:srgbClr val="FF0000"/>
                </a:solidFill>
                <a:cs typeface="Times New Roman" panose="02020603050405020304" pitchFamily="18" charset="0"/>
              </a:rPr>
              <a:t>Analytical Approach/ Methodology</a:t>
            </a:r>
            <a:endParaRPr lang="en-IN" dirty="0">
              <a:solidFill>
                <a:srgbClr val="FF0000"/>
              </a:solidFill>
              <a:cs typeface="Times New Roman" panose="02020603050405020304" pitchFamily="18" charset="0"/>
            </a:endParaRPr>
          </a:p>
        </p:txBody>
      </p:sp>
      <p:sp>
        <p:nvSpPr>
          <p:cNvPr id="4" name="Slide Number Placeholder 3">
            <a:extLst>
              <a:ext uri="{FF2B5EF4-FFF2-40B4-BE49-F238E27FC236}">
                <a16:creationId xmlns:a16="http://schemas.microsoft.com/office/drawing/2014/main" id="{31AA6EE5-320D-BD8D-6486-A8A5D83A699C}"/>
              </a:ext>
            </a:extLst>
          </p:cNvPr>
          <p:cNvSpPr>
            <a:spLocks noGrp="1"/>
          </p:cNvSpPr>
          <p:nvPr>
            <p:ph type="sldNum" sz="quarter" idx="12"/>
          </p:nvPr>
        </p:nvSpPr>
        <p:spPr/>
        <p:txBody>
          <a:bodyPr/>
          <a:lstStyle/>
          <a:p>
            <a:pPr defTabSz="685800" hangingPunct="1"/>
            <a:fld id="{71766878-3199-4EAB-94E7-2D6D11070E14}" type="slidenum">
              <a:rPr lang="en-US" kern="1200">
                <a:solidFill>
                  <a:prstClr val="white"/>
                </a:solidFill>
                <a:latin typeface="Calibri"/>
                <a:ea typeface="+mn-ea"/>
                <a:cs typeface="+mn-cs"/>
              </a:rPr>
              <a:pPr defTabSz="685800" hangingPunct="1"/>
              <a:t>9</a:t>
            </a:fld>
            <a:endParaRPr lang="en-US" kern="1200">
              <a:solidFill>
                <a:prstClr val="white"/>
              </a:solidFill>
              <a:latin typeface="Calibri"/>
              <a:ea typeface="+mn-ea"/>
              <a:cs typeface="+mn-cs"/>
            </a:endParaRPr>
          </a:p>
        </p:txBody>
      </p:sp>
      <p:sp>
        <p:nvSpPr>
          <p:cNvPr id="6" name="TextBox 5">
            <a:extLst>
              <a:ext uri="{FF2B5EF4-FFF2-40B4-BE49-F238E27FC236}">
                <a16:creationId xmlns:a16="http://schemas.microsoft.com/office/drawing/2014/main" id="{17A25CF1-790A-FFAD-09B1-D94D7BB17637}"/>
              </a:ext>
            </a:extLst>
          </p:cNvPr>
          <p:cNvSpPr txBox="1"/>
          <p:nvPr/>
        </p:nvSpPr>
        <p:spPr>
          <a:xfrm>
            <a:off x="442841" y="657571"/>
            <a:ext cx="11633200" cy="6370975"/>
          </a:xfrm>
          <a:prstGeom prst="rect">
            <a:avLst/>
          </a:prstGeom>
          <a:noFill/>
        </p:spPr>
        <p:txBody>
          <a:bodyPr wrap="square">
            <a:spAutoFit/>
          </a:bodyPr>
          <a:lstStyle/>
          <a:p>
            <a:r>
              <a:rPr lang="en-US" sz="2400" b="1" dirty="0"/>
              <a:t>3. Feature engineering</a:t>
            </a:r>
          </a:p>
          <a:p>
            <a:r>
              <a:rPr lang="en-US" sz="1800" b="1" dirty="0"/>
              <a:t>Goal:</a:t>
            </a:r>
            <a:r>
              <a:rPr lang="en-US" sz="1800" dirty="0"/>
              <a:t> Create features needed for segmentation and modeling.</a:t>
            </a:r>
          </a:p>
          <a:p>
            <a:r>
              <a:rPr lang="en-US" sz="1800" b="1" dirty="0"/>
              <a:t>Actions taken:</a:t>
            </a:r>
            <a:endParaRPr lang="en-US" sz="1800" dirty="0"/>
          </a:p>
          <a:p>
            <a:pPr lvl="1"/>
            <a:r>
              <a:rPr lang="en-US" sz="1800" dirty="0"/>
              <a:t>Built RFM features per customer:</a:t>
            </a:r>
          </a:p>
          <a:p>
            <a:pPr lvl="2"/>
            <a:r>
              <a:rPr lang="en-US" sz="1800" dirty="0"/>
              <a:t>Recency (days since last purchase),</a:t>
            </a:r>
          </a:p>
          <a:p>
            <a:pPr lvl="2"/>
            <a:r>
              <a:rPr lang="en-US" sz="1800" dirty="0"/>
              <a:t>Frequency (total transactions),</a:t>
            </a:r>
          </a:p>
          <a:p>
            <a:pPr lvl="2"/>
            <a:r>
              <a:rPr lang="en-US" sz="1800" dirty="0"/>
              <a:t>Monetary (total spend).</a:t>
            </a:r>
          </a:p>
          <a:p>
            <a:pPr lvl="1"/>
            <a:r>
              <a:rPr lang="en-US" sz="1800" dirty="0"/>
              <a:t>Created churn label using recency threshold (e.g., &gt;30/60 days → churn).</a:t>
            </a:r>
          </a:p>
          <a:p>
            <a:pPr lvl="1"/>
            <a:endParaRPr lang="en-US" sz="1800" dirty="0"/>
          </a:p>
          <a:p>
            <a:r>
              <a:rPr lang="en-US" sz="2400" b="1" dirty="0"/>
              <a:t>4. Exploratory Data Analysis (EDA)</a:t>
            </a:r>
          </a:p>
          <a:p>
            <a:r>
              <a:rPr lang="en-US" sz="1800" b="1" dirty="0"/>
              <a:t>Goal:</a:t>
            </a:r>
            <a:r>
              <a:rPr lang="en-US" sz="1800" dirty="0"/>
              <a:t> Understand distributions, trends and relationships to guide modeling and business actions.</a:t>
            </a:r>
          </a:p>
          <a:p>
            <a:r>
              <a:rPr lang="en-US" sz="1800" b="1" dirty="0"/>
              <a:t>Actions taken:</a:t>
            </a:r>
            <a:endParaRPr lang="en-US" sz="1800" dirty="0"/>
          </a:p>
          <a:p>
            <a:pPr lvl="1"/>
            <a:r>
              <a:rPr lang="en-US" sz="1800" dirty="0"/>
              <a:t>Descriptive stats (mean, median, std) for Quantity, UnitPrice, </a:t>
            </a:r>
            <a:r>
              <a:rPr lang="en-US" sz="1800" dirty="0" err="1"/>
              <a:t>TotalAmount</a:t>
            </a:r>
            <a:r>
              <a:rPr lang="en-US" sz="1800" dirty="0"/>
              <a:t>.</a:t>
            </a:r>
          </a:p>
          <a:p>
            <a:pPr lvl="1"/>
            <a:r>
              <a:rPr lang="en-US" sz="1800" dirty="0"/>
              <a:t>Distribution plots for Recency, Frequency, Monetary.</a:t>
            </a:r>
          </a:p>
          <a:p>
            <a:pPr lvl="1"/>
            <a:r>
              <a:rPr lang="en-US" sz="1800" dirty="0"/>
              <a:t>Monthly sales trend visualization (time series).</a:t>
            </a:r>
          </a:p>
          <a:p>
            <a:pPr lvl="1"/>
            <a:r>
              <a:rPr lang="en-US" sz="1800" dirty="0"/>
              <a:t>Payment method analysis (revenue share &amp; counts).</a:t>
            </a:r>
          </a:p>
          <a:p>
            <a:pPr lvl="1"/>
            <a:r>
              <a:rPr lang="en-US" sz="1800" dirty="0"/>
              <a:t>City / geographic revenue heatmap or bar chart.</a:t>
            </a:r>
          </a:p>
          <a:p>
            <a:pPr lvl="1"/>
            <a:r>
              <a:rPr lang="en-US" sz="1800" dirty="0"/>
              <a:t>Correlation analysis and key variable checks.</a:t>
            </a:r>
          </a:p>
          <a:p>
            <a:pPr lvl="1"/>
            <a:endParaRPr lang="en-US" sz="1800" dirty="0"/>
          </a:p>
          <a:p>
            <a:pPr lvl="1"/>
            <a:endParaRPr lang="en-IN" sz="1800" dirty="0"/>
          </a:p>
          <a:p>
            <a:pPr lvl="1"/>
            <a:endParaRPr lang="en-IN" sz="1800" dirty="0"/>
          </a:p>
          <a:p>
            <a:pPr>
              <a:buNone/>
            </a:pPr>
            <a:endParaRPr lang="en-IN" sz="1800" dirty="0"/>
          </a:p>
        </p:txBody>
      </p:sp>
    </p:spTree>
    <p:extLst>
      <p:ext uri="{BB962C8B-B14F-4D97-AF65-F5344CB8AC3E}">
        <p14:creationId xmlns:p14="http://schemas.microsoft.com/office/powerpoint/2010/main" val="2743442716"/>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043CC05-1149-D00B-ACF0-C96E2A427158}"/>
            </a:ext>
          </a:extLst>
        </p:cNvPr>
        <p:cNvGrpSpPr/>
        <p:nvPr/>
      </p:nvGrpSpPr>
      <p:grpSpPr>
        <a:xfrm>
          <a:off x="0" y="0"/>
          <a:ext cx="0" cy="0"/>
          <a:chOff x="0" y="0"/>
          <a:chExt cx="0" cy="0"/>
        </a:xfrm>
      </p:grpSpPr>
      <p:sp>
        <p:nvSpPr>
          <p:cNvPr id="3" name="Title 2">
            <a:extLst>
              <a:ext uri="{FF2B5EF4-FFF2-40B4-BE49-F238E27FC236}">
                <a16:creationId xmlns:a16="http://schemas.microsoft.com/office/drawing/2014/main" id="{0BD49824-AB1E-C89D-CE00-0D09D3CDE00B}"/>
              </a:ext>
            </a:extLst>
          </p:cNvPr>
          <p:cNvSpPr>
            <a:spLocks noGrp="1"/>
          </p:cNvSpPr>
          <p:nvPr>
            <p:ph type="title"/>
          </p:nvPr>
        </p:nvSpPr>
        <p:spPr>
          <a:xfrm>
            <a:off x="1807190" y="134185"/>
            <a:ext cx="8577617" cy="316081"/>
          </a:xfrm>
        </p:spPr>
        <p:txBody>
          <a:bodyPr/>
          <a:lstStyle/>
          <a:p>
            <a:pPr algn="ctr"/>
            <a:r>
              <a:rPr lang="en-US" dirty="0">
                <a:solidFill>
                  <a:srgbClr val="FF0000"/>
                </a:solidFill>
                <a:cs typeface="Times New Roman" panose="02020603050405020304" pitchFamily="18" charset="0"/>
              </a:rPr>
              <a:t>Analytical Approach/ Methodology</a:t>
            </a:r>
            <a:endParaRPr lang="en-IN" dirty="0">
              <a:solidFill>
                <a:srgbClr val="FF0000"/>
              </a:solidFill>
              <a:cs typeface="Times New Roman" panose="02020603050405020304" pitchFamily="18" charset="0"/>
            </a:endParaRPr>
          </a:p>
        </p:txBody>
      </p:sp>
      <p:sp>
        <p:nvSpPr>
          <p:cNvPr id="4" name="Slide Number Placeholder 3">
            <a:extLst>
              <a:ext uri="{FF2B5EF4-FFF2-40B4-BE49-F238E27FC236}">
                <a16:creationId xmlns:a16="http://schemas.microsoft.com/office/drawing/2014/main" id="{E2FF2C2A-35BD-7176-DAC7-6389E01AB460}"/>
              </a:ext>
            </a:extLst>
          </p:cNvPr>
          <p:cNvSpPr>
            <a:spLocks noGrp="1"/>
          </p:cNvSpPr>
          <p:nvPr>
            <p:ph type="sldNum" sz="quarter" idx="12"/>
          </p:nvPr>
        </p:nvSpPr>
        <p:spPr/>
        <p:txBody>
          <a:bodyPr/>
          <a:lstStyle/>
          <a:p>
            <a:pPr defTabSz="685800" hangingPunct="1"/>
            <a:fld id="{71766878-3199-4EAB-94E7-2D6D11070E14}" type="slidenum">
              <a:rPr lang="en-US" kern="1200">
                <a:solidFill>
                  <a:prstClr val="white"/>
                </a:solidFill>
                <a:latin typeface="Calibri"/>
                <a:ea typeface="+mn-ea"/>
                <a:cs typeface="+mn-cs"/>
              </a:rPr>
              <a:pPr defTabSz="685800" hangingPunct="1"/>
              <a:t>10</a:t>
            </a:fld>
            <a:endParaRPr lang="en-US" kern="1200">
              <a:solidFill>
                <a:prstClr val="white"/>
              </a:solidFill>
              <a:latin typeface="Calibri"/>
              <a:ea typeface="+mn-ea"/>
              <a:cs typeface="+mn-cs"/>
            </a:endParaRPr>
          </a:p>
        </p:txBody>
      </p:sp>
      <p:sp>
        <p:nvSpPr>
          <p:cNvPr id="6" name="TextBox 5">
            <a:extLst>
              <a:ext uri="{FF2B5EF4-FFF2-40B4-BE49-F238E27FC236}">
                <a16:creationId xmlns:a16="http://schemas.microsoft.com/office/drawing/2014/main" id="{B358CF86-A8A3-C946-A626-DA35A8E61AAD}"/>
              </a:ext>
            </a:extLst>
          </p:cNvPr>
          <p:cNvSpPr txBox="1"/>
          <p:nvPr/>
        </p:nvSpPr>
        <p:spPr>
          <a:xfrm>
            <a:off x="558800" y="830291"/>
            <a:ext cx="11633200" cy="4985980"/>
          </a:xfrm>
          <a:prstGeom prst="rect">
            <a:avLst/>
          </a:prstGeom>
          <a:noFill/>
        </p:spPr>
        <p:txBody>
          <a:bodyPr wrap="square">
            <a:spAutoFit/>
          </a:bodyPr>
          <a:lstStyle/>
          <a:p>
            <a:r>
              <a:rPr lang="en-US" sz="2400" b="1" dirty="0"/>
              <a:t>5. RFM scoring and Customer Segmentation (K-Means)</a:t>
            </a:r>
          </a:p>
          <a:p>
            <a:pPr marL="285750" indent="-285750">
              <a:buFont typeface="Arial" panose="020B0604020202020204" pitchFamily="34" charset="0"/>
              <a:buChar char="•"/>
            </a:pPr>
            <a:r>
              <a:rPr lang="en-US" sz="1800" b="1" dirty="0"/>
              <a:t>Goal:</a:t>
            </a:r>
            <a:r>
              <a:rPr lang="en-US" sz="1800" dirty="0"/>
              <a:t> Segment customers into meaningful groups for targeting.</a:t>
            </a:r>
          </a:p>
          <a:p>
            <a:pPr marL="285750" indent="-285750">
              <a:buFont typeface="Arial" panose="020B0604020202020204" pitchFamily="34" charset="0"/>
              <a:buChar char="•"/>
            </a:pPr>
            <a:r>
              <a:rPr lang="en-US" sz="1800" b="1" dirty="0"/>
              <a:t>Actions taken:</a:t>
            </a:r>
            <a:endParaRPr lang="en-US" sz="1800" dirty="0"/>
          </a:p>
          <a:p>
            <a:pPr lvl="1"/>
            <a:r>
              <a:rPr lang="en-US" sz="1800" dirty="0"/>
              <a:t>Computed RFM scores and scaled features (</a:t>
            </a:r>
            <a:r>
              <a:rPr lang="en-US" sz="1800" dirty="0" err="1"/>
              <a:t>StandardScaler</a:t>
            </a:r>
            <a:r>
              <a:rPr lang="en-US" sz="1800" dirty="0"/>
              <a:t>).</a:t>
            </a:r>
          </a:p>
          <a:p>
            <a:pPr lvl="1"/>
            <a:r>
              <a:rPr lang="en-US" sz="1800" dirty="0"/>
              <a:t>Used Elbow method and Silhouette score to choose k=3.</a:t>
            </a:r>
          </a:p>
          <a:p>
            <a:pPr lvl="1"/>
            <a:r>
              <a:rPr lang="en-US" sz="1800" dirty="0"/>
              <a:t>Applied K-Means and profiled clusters by median RFM and counts.</a:t>
            </a:r>
          </a:p>
          <a:p>
            <a:pPr lvl="1"/>
            <a:r>
              <a:rPr lang="en-US" sz="1800" dirty="0"/>
              <a:t>Labeled clusters (e.g., Loyal, Regular, At-Risk).</a:t>
            </a:r>
          </a:p>
          <a:p>
            <a:pPr lvl="1"/>
            <a:endParaRPr lang="en-US" sz="1800" dirty="0"/>
          </a:p>
          <a:p>
            <a:r>
              <a:rPr lang="en-US" sz="2400" b="1" dirty="0"/>
              <a:t>6. Predictive modeling — Churn prediction</a:t>
            </a:r>
          </a:p>
          <a:p>
            <a:pPr marL="285750" indent="-285750">
              <a:buFont typeface="Arial" panose="020B0604020202020204" pitchFamily="34" charset="0"/>
              <a:buChar char="•"/>
            </a:pPr>
            <a:r>
              <a:rPr lang="en-US" sz="1800" b="1" dirty="0"/>
              <a:t>Goal:</a:t>
            </a:r>
            <a:r>
              <a:rPr lang="en-US" sz="1800" dirty="0"/>
              <a:t> Predict which customers are likely to churn so we can prioritize interventions.</a:t>
            </a:r>
          </a:p>
          <a:p>
            <a:pPr marL="285750" indent="-285750">
              <a:buFont typeface="Arial" panose="020B0604020202020204" pitchFamily="34" charset="0"/>
              <a:buChar char="•"/>
            </a:pPr>
            <a:r>
              <a:rPr lang="en-US" sz="1800" b="1" dirty="0"/>
              <a:t>Actions taken:</a:t>
            </a:r>
            <a:endParaRPr lang="en-US" sz="1800" dirty="0"/>
          </a:p>
          <a:p>
            <a:pPr lvl="1"/>
            <a:r>
              <a:rPr lang="en-US" sz="1800" dirty="0"/>
              <a:t>Prepared modeling dataset (features: Frequency, Monetary, cluster, </a:t>
            </a:r>
            <a:r>
              <a:rPr lang="en-US" sz="1800" dirty="0" err="1"/>
              <a:t>f_score</a:t>
            </a:r>
            <a:r>
              <a:rPr lang="en-US" sz="1800" dirty="0"/>
              <a:t>/</a:t>
            </a:r>
            <a:r>
              <a:rPr lang="en-US" sz="1800" dirty="0" err="1"/>
              <a:t>m_score</a:t>
            </a:r>
            <a:r>
              <a:rPr lang="en-US" sz="1800" dirty="0"/>
              <a:t> etc.).</a:t>
            </a:r>
          </a:p>
          <a:p>
            <a:pPr lvl="1"/>
            <a:r>
              <a:rPr lang="en-US" sz="1800" dirty="0"/>
              <a:t>Split into train/test; handled class imbalance (</a:t>
            </a:r>
            <a:r>
              <a:rPr lang="en-US" sz="1800" dirty="0" err="1"/>
              <a:t>class_weight</a:t>
            </a:r>
            <a:r>
              <a:rPr lang="en-US" sz="1800" dirty="0"/>
              <a:t>='balanced').</a:t>
            </a:r>
          </a:p>
          <a:p>
            <a:pPr lvl="1"/>
            <a:r>
              <a:rPr lang="en-US" sz="1800" dirty="0"/>
              <a:t>Trained models: Logistic Regression, Random Forest, Decision Tree, </a:t>
            </a:r>
            <a:r>
              <a:rPr lang="en-US" sz="1800" dirty="0" err="1"/>
              <a:t>XGBoost</a:t>
            </a:r>
            <a:r>
              <a:rPr lang="en-US" sz="1800" dirty="0"/>
              <a:t>.</a:t>
            </a:r>
          </a:p>
          <a:p>
            <a:pPr lvl="1"/>
            <a:r>
              <a:rPr lang="en-US" sz="1800" dirty="0"/>
              <a:t>Evaluated using Accuracy, Precision, Recall, F1, ROC-AUC and confusion matrices.</a:t>
            </a:r>
          </a:p>
          <a:p>
            <a:pPr lvl="1"/>
            <a:endParaRPr lang="en-US" sz="1800" dirty="0"/>
          </a:p>
          <a:p>
            <a:pPr lvl="1"/>
            <a:endParaRPr lang="en-US" sz="1800" dirty="0"/>
          </a:p>
        </p:txBody>
      </p:sp>
    </p:spTree>
    <p:extLst>
      <p:ext uri="{BB962C8B-B14F-4D97-AF65-F5344CB8AC3E}">
        <p14:creationId xmlns:p14="http://schemas.microsoft.com/office/powerpoint/2010/main" val="1949392753"/>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11F7CB7-0A2D-47BA-A0C4-58E646EBC98E}"/>
            </a:ext>
          </a:extLst>
        </p:cNvPr>
        <p:cNvGrpSpPr/>
        <p:nvPr/>
      </p:nvGrpSpPr>
      <p:grpSpPr>
        <a:xfrm>
          <a:off x="0" y="0"/>
          <a:ext cx="0" cy="0"/>
          <a:chOff x="0" y="0"/>
          <a:chExt cx="0" cy="0"/>
        </a:xfrm>
      </p:grpSpPr>
      <p:sp>
        <p:nvSpPr>
          <p:cNvPr id="3" name="Title 2">
            <a:extLst>
              <a:ext uri="{FF2B5EF4-FFF2-40B4-BE49-F238E27FC236}">
                <a16:creationId xmlns:a16="http://schemas.microsoft.com/office/drawing/2014/main" id="{A6436776-B264-F1C3-BF95-E5A123E99049}"/>
              </a:ext>
            </a:extLst>
          </p:cNvPr>
          <p:cNvSpPr>
            <a:spLocks noGrp="1"/>
          </p:cNvSpPr>
          <p:nvPr>
            <p:ph type="title"/>
          </p:nvPr>
        </p:nvSpPr>
        <p:spPr>
          <a:xfrm>
            <a:off x="1807190" y="134185"/>
            <a:ext cx="8577617" cy="316081"/>
          </a:xfrm>
        </p:spPr>
        <p:txBody>
          <a:bodyPr/>
          <a:lstStyle/>
          <a:p>
            <a:pPr algn="ctr"/>
            <a:r>
              <a:rPr lang="en-US" dirty="0">
                <a:solidFill>
                  <a:srgbClr val="FF0000"/>
                </a:solidFill>
                <a:cs typeface="Times New Roman" panose="02020603050405020304" pitchFamily="18" charset="0"/>
              </a:rPr>
              <a:t>Analytical Approach/ Methodology</a:t>
            </a:r>
            <a:endParaRPr lang="en-IN" dirty="0">
              <a:solidFill>
                <a:srgbClr val="FF0000"/>
              </a:solidFill>
              <a:cs typeface="Times New Roman" panose="02020603050405020304" pitchFamily="18" charset="0"/>
            </a:endParaRPr>
          </a:p>
        </p:txBody>
      </p:sp>
      <p:sp>
        <p:nvSpPr>
          <p:cNvPr id="4" name="Slide Number Placeholder 3">
            <a:extLst>
              <a:ext uri="{FF2B5EF4-FFF2-40B4-BE49-F238E27FC236}">
                <a16:creationId xmlns:a16="http://schemas.microsoft.com/office/drawing/2014/main" id="{338BD1D1-8815-EE50-6EC2-B2FDED831D32}"/>
              </a:ext>
            </a:extLst>
          </p:cNvPr>
          <p:cNvSpPr>
            <a:spLocks noGrp="1"/>
          </p:cNvSpPr>
          <p:nvPr>
            <p:ph type="sldNum" sz="quarter" idx="12"/>
          </p:nvPr>
        </p:nvSpPr>
        <p:spPr/>
        <p:txBody>
          <a:bodyPr/>
          <a:lstStyle/>
          <a:p>
            <a:pPr defTabSz="685800" hangingPunct="1"/>
            <a:fld id="{71766878-3199-4EAB-94E7-2D6D11070E14}" type="slidenum">
              <a:rPr lang="en-US" kern="1200">
                <a:solidFill>
                  <a:prstClr val="white"/>
                </a:solidFill>
                <a:latin typeface="Calibri"/>
                <a:ea typeface="+mn-ea"/>
                <a:cs typeface="+mn-cs"/>
              </a:rPr>
              <a:pPr defTabSz="685800" hangingPunct="1"/>
              <a:t>11</a:t>
            </a:fld>
            <a:endParaRPr lang="en-US" kern="1200">
              <a:solidFill>
                <a:prstClr val="white"/>
              </a:solidFill>
              <a:latin typeface="Calibri"/>
              <a:ea typeface="+mn-ea"/>
              <a:cs typeface="+mn-cs"/>
            </a:endParaRPr>
          </a:p>
        </p:txBody>
      </p:sp>
      <p:sp>
        <p:nvSpPr>
          <p:cNvPr id="6" name="TextBox 5">
            <a:extLst>
              <a:ext uri="{FF2B5EF4-FFF2-40B4-BE49-F238E27FC236}">
                <a16:creationId xmlns:a16="http://schemas.microsoft.com/office/drawing/2014/main" id="{049C1604-60A8-0B08-CE91-5A6F425A2D45}"/>
              </a:ext>
            </a:extLst>
          </p:cNvPr>
          <p:cNvSpPr txBox="1"/>
          <p:nvPr/>
        </p:nvSpPr>
        <p:spPr>
          <a:xfrm>
            <a:off x="662576" y="1155565"/>
            <a:ext cx="11633200" cy="4154984"/>
          </a:xfrm>
          <a:prstGeom prst="rect">
            <a:avLst/>
          </a:prstGeom>
          <a:noFill/>
        </p:spPr>
        <p:txBody>
          <a:bodyPr wrap="square">
            <a:spAutoFit/>
          </a:bodyPr>
          <a:lstStyle/>
          <a:p>
            <a:r>
              <a:rPr lang="en-US" sz="2400" b="1" dirty="0"/>
              <a:t>8. Model selection &amp; interpretability</a:t>
            </a:r>
          </a:p>
          <a:p>
            <a:pPr marL="285750" indent="-285750">
              <a:buFont typeface="Arial" panose="020B0604020202020204" pitchFamily="34" charset="0"/>
              <a:buChar char="•"/>
            </a:pPr>
            <a:r>
              <a:rPr lang="en-US" sz="1800" b="1" dirty="0"/>
              <a:t>Goal:</a:t>
            </a:r>
            <a:r>
              <a:rPr lang="en-US" sz="1800" dirty="0"/>
              <a:t> Choose final model balancing accuracy and interpretability.</a:t>
            </a:r>
          </a:p>
          <a:p>
            <a:pPr marL="285750" indent="-285750">
              <a:buFont typeface="Arial" panose="020B0604020202020204" pitchFamily="34" charset="0"/>
              <a:buChar char="•"/>
            </a:pPr>
            <a:r>
              <a:rPr lang="en-US" sz="1800" b="1" dirty="0"/>
              <a:t>Actions taken:</a:t>
            </a:r>
            <a:endParaRPr lang="en-US" sz="1800" dirty="0"/>
          </a:p>
          <a:p>
            <a:pPr lvl="1"/>
            <a:r>
              <a:rPr lang="en-US" sz="1800" dirty="0"/>
              <a:t>Compared models; selected Logistic Regression for interpretability and </a:t>
            </a:r>
            <a:r>
              <a:rPr lang="en-US" sz="1800" dirty="0" err="1"/>
              <a:t>XGBoost</a:t>
            </a:r>
            <a:r>
              <a:rPr lang="en-US" sz="1800" dirty="0"/>
              <a:t> for high performance.</a:t>
            </a:r>
          </a:p>
          <a:p>
            <a:pPr lvl="1"/>
            <a:r>
              <a:rPr lang="en-US" sz="1800" dirty="0"/>
              <a:t>Extracted feature importance from tree models.</a:t>
            </a:r>
          </a:p>
          <a:p>
            <a:pPr lvl="1"/>
            <a:endParaRPr lang="en-US" sz="1800" dirty="0"/>
          </a:p>
          <a:p>
            <a:r>
              <a:rPr lang="en-US" sz="2400" b="1" dirty="0"/>
              <a:t>9. Customer Lifetime Value (CLV) estimation</a:t>
            </a:r>
          </a:p>
          <a:p>
            <a:pPr marL="285750" indent="-285750">
              <a:buFont typeface="Arial" panose="020B0604020202020204" pitchFamily="34" charset="0"/>
              <a:buChar char="•"/>
            </a:pPr>
            <a:r>
              <a:rPr lang="en-US" sz="1800" b="1" dirty="0"/>
              <a:t>Goal:</a:t>
            </a:r>
            <a:r>
              <a:rPr lang="en-US" sz="1800" dirty="0"/>
              <a:t> Quantify future monetary value of each customer to prioritize retention spending.</a:t>
            </a:r>
          </a:p>
          <a:p>
            <a:pPr marL="285750" indent="-285750">
              <a:buFont typeface="Arial" panose="020B0604020202020204" pitchFamily="34" charset="0"/>
              <a:buChar char="•"/>
            </a:pPr>
            <a:r>
              <a:rPr lang="en-US" sz="1800" b="1" dirty="0"/>
              <a:t>Actions taken:</a:t>
            </a:r>
            <a:endParaRPr lang="en-US" sz="1800" dirty="0"/>
          </a:p>
          <a:p>
            <a:pPr lvl="1"/>
            <a:r>
              <a:rPr lang="en-US" sz="1800" dirty="0"/>
              <a:t>Used CLV = Monetary × (1 − </a:t>
            </a:r>
            <a:r>
              <a:rPr lang="en-US" sz="1800" dirty="0" err="1"/>
              <a:t>Churn_Prob</a:t>
            </a:r>
            <a:r>
              <a:rPr lang="en-US" sz="1800" dirty="0"/>
              <a:t>) where </a:t>
            </a:r>
            <a:r>
              <a:rPr lang="en-US" sz="1800" dirty="0" err="1"/>
              <a:t>Churn_Prob</a:t>
            </a:r>
            <a:r>
              <a:rPr lang="en-US" sz="1800" dirty="0"/>
              <a:t> comes from the logistic regression (or chosen model).</a:t>
            </a:r>
          </a:p>
          <a:p>
            <a:pPr lvl="1"/>
            <a:r>
              <a:rPr lang="en-US" sz="1800" dirty="0"/>
              <a:t>Ranked customers by CLV and produced cluster-wise CLV averages.</a:t>
            </a:r>
          </a:p>
          <a:p>
            <a:pPr lvl="1"/>
            <a:endParaRPr lang="en-US" sz="1800" dirty="0"/>
          </a:p>
          <a:p>
            <a:pPr lvl="1"/>
            <a:endParaRPr lang="en-US" sz="1800" dirty="0"/>
          </a:p>
          <a:p>
            <a:pPr lvl="1"/>
            <a:endParaRPr lang="en-US" sz="1800" dirty="0"/>
          </a:p>
        </p:txBody>
      </p:sp>
    </p:spTree>
    <p:extLst>
      <p:ext uri="{BB962C8B-B14F-4D97-AF65-F5344CB8AC3E}">
        <p14:creationId xmlns:p14="http://schemas.microsoft.com/office/powerpoint/2010/main" val="890103836"/>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3DA0DA1-30EA-360D-4B4A-63CAF5E5C38E}"/>
            </a:ext>
          </a:extLst>
        </p:cNvPr>
        <p:cNvGrpSpPr/>
        <p:nvPr/>
      </p:nvGrpSpPr>
      <p:grpSpPr>
        <a:xfrm>
          <a:off x="0" y="0"/>
          <a:ext cx="0" cy="0"/>
          <a:chOff x="0" y="0"/>
          <a:chExt cx="0" cy="0"/>
        </a:xfrm>
      </p:grpSpPr>
      <p:sp>
        <p:nvSpPr>
          <p:cNvPr id="3" name="Title 2">
            <a:extLst>
              <a:ext uri="{FF2B5EF4-FFF2-40B4-BE49-F238E27FC236}">
                <a16:creationId xmlns:a16="http://schemas.microsoft.com/office/drawing/2014/main" id="{B9A9B860-B7C0-33B2-1201-296399A15B68}"/>
              </a:ext>
            </a:extLst>
          </p:cNvPr>
          <p:cNvSpPr>
            <a:spLocks noGrp="1"/>
          </p:cNvSpPr>
          <p:nvPr>
            <p:ph type="title"/>
          </p:nvPr>
        </p:nvSpPr>
        <p:spPr>
          <a:xfrm>
            <a:off x="1807190" y="134185"/>
            <a:ext cx="8577617" cy="316081"/>
          </a:xfrm>
        </p:spPr>
        <p:txBody>
          <a:bodyPr/>
          <a:lstStyle/>
          <a:p>
            <a:pPr algn="ctr"/>
            <a:r>
              <a:rPr lang="en-US" dirty="0">
                <a:solidFill>
                  <a:srgbClr val="FF0000"/>
                </a:solidFill>
                <a:cs typeface="Times New Roman" panose="02020603050405020304" pitchFamily="18" charset="0"/>
              </a:rPr>
              <a:t>Analytical Approach/ Methodology</a:t>
            </a:r>
            <a:endParaRPr lang="en-IN" dirty="0">
              <a:solidFill>
                <a:srgbClr val="FF0000"/>
              </a:solidFill>
              <a:cs typeface="Times New Roman" panose="02020603050405020304" pitchFamily="18" charset="0"/>
            </a:endParaRPr>
          </a:p>
        </p:txBody>
      </p:sp>
      <p:sp>
        <p:nvSpPr>
          <p:cNvPr id="4" name="Slide Number Placeholder 3">
            <a:extLst>
              <a:ext uri="{FF2B5EF4-FFF2-40B4-BE49-F238E27FC236}">
                <a16:creationId xmlns:a16="http://schemas.microsoft.com/office/drawing/2014/main" id="{932438F7-ADB2-E144-CFFB-9D3EA8E0B8FF}"/>
              </a:ext>
            </a:extLst>
          </p:cNvPr>
          <p:cNvSpPr>
            <a:spLocks noGrp="1"/>
          </p:cNvSpPr>
          <p:nvPr>
            <p:ph type="sldNum" sz="quarter" idx="12"/>
          </p:nvPr>
        </p:nvSpPr>
        <p:spPr/>
        <p:txBody>
          <a:bodyPr/>
          <a:lstStyle/>
          <a:p>
            <a:pPr defTabSz="685800" hangingPunct="1"/>
            <a:fld id="{71766878-3199-4EAB-94E7-2D6D11070E14}" type="slidenum">
              <a:rPr lang="en-US" kern="1200">
                <a:solidFill>
                  <a:prstClr val="white"/>
                </a:solidFill>
                <a:latin typeface="Calibri"/>
                <a:ea typeface="+mn-ea"/>
                <a:cs typeface="+mn-cs"/>
              </a:rPr>
              <a:pPr defTabSz="685800" hangingPunct="1"/>
              <a:t>12</a:t>
            </a:fld>
            <a:endParaRPr lang="en-US" kern="1200">
              <a:solidFill>
                <a:prstClr val="white"/>
              </a:solidFill>
              <a:latin typeface="Calibri"/>
              <a:ea typeface="+mn-ea"/>
              <a:cs typeface="+mn-cs"/>
            </a:endParaRPr>
          </a:p>
        </p:txBody>
      </p:sp>
      <p:sp>
        <p:nvSpPr>
          <p:cNvPr id="6" name="TextBox 5">
            <a:extLst>
              <a:ext uri="{FF2B5EF4-FFF2-40B4-BE49-F238E27FC236}">
                <a16:creationId xmlns:a16="http://schemas.microsoft.com/office/drawing/2014/main" id="{1E44544E-4A05-1724-7403-0B28FDF7466E}"/>
              </a:ext>
            </a:extLst>
          </p:cNvPr>
          <p:cNvSpPr txBox="1"/>
          <p:nvPr/>
        </p:nvSpPr>
        <p:spPr>
          <a:xfrm>
            <a:off x="558800" y="637251"/>
            <a:ext cx="11633200" cy="4647426"/>
          </a:xfrm>
          <a:prstGeom prst="rect">
            <a:avLst/>
          </a:prstGeom>
          <a:noFill/>
        </p:spPr>
        <p:txBody>
          <a:bodyPr wrap="square">
            <a:spAutoFit/>
          </a:bodyPr>
          <a:lstStyle/>
          <a:p>
            <a:endParaRPr lang="en-US" b="1" dirty="0"/>
          </a:p>
          <a:p>
            <a:r>
              <a:rPr lang="en-US" sz="2400" b="1" dirty="0"/>
              <a:t>10. Time-series modeling &amp; Sales Forecasting</a:t>
            </a:r>
          </a:p>
          <a:p>
            <a:pPr marL="285750" indent="-285750">
              <a:buFont typeface="Arial" panose="020B0604020202020204" pitchFamily="34" charset="0"/>
              <a:buChar char="•"/>
            </a:pPr>
            <a:r>
              <a:rPr lang="en-US" sz="1800" b="1" dirty="0"/>
              <a:t>Goal:</a:t>
            </a:r>
            <a:r>
              <a:rPr lang="en-US" sz="1800" dirty="0"/>
              <a:t> Forecast short-term (6 months) sales to guide inventory and planning.</a:t>
            </a:r>
          </a:p>
          <a:p>
            <a:pPr marL="285750" indent="-285750">
              <a:buFont typeface="Arial" panose="020B0604020202020204" pitchFamily="34" charset="0"/>
              <a:buChar char="•"/>
            </a:pPr>
            <a:r>
              <a:rPr lang="en-US" sz="1800" b="1" dirty="0"/>
              <a:t>Actions taken:</a:t>
            </a:r>
            <a:endParaRPr lang="en-US" sz="1800" dirty="0"/>
          </a:p>
          <a:p>
            <a:pPr lvl="1"/>
            <a:r>
              <a:rPr lang="en-US" sz="1800" dirty="0"/>
              <a:t>Aggregated daily/weekly invoices to monthly sales (</a:t>
            </a:r>
            <a:r>
              <a:rPr lang="en-US" sz="1800" dirty="0" err="1"/>
              <a:t>monthly_sales</a:t>
            </a:r>
            <a:r>
              <a:rPr lang="en-US" sz="1800" dirty="0"/>
              <a:t>).</a:t>
            </a:r>
          </a:p>
          <a:p>
            <a:pPr lvl="1"/>
            <a:r>
              <a:rPr lang="en-US" sz="1800" dirty="0"/>
              <a:t>Ensured monthly frequency (.</a:t>
            </a:r>
            <a:r>
              <a:rPr lang="en-US" sz="1800" dirty="0" err="1"/>
              <a:t>asfreq</a:t>
            </a:r>
            <a:r>
              <a:rPr lang="en-US" sz="1800" dirty="0"/>
              <a:t>('M')).</a:t>
            </a:r>
          </a:p>
          <a:p>
            <a:pPr lvl="1"/>
            <a:r>
              <a:rPr lang="en-US" sz="1800" dirty="0"/>
              <a:t>Fitted ARIMA (or auto-ARIMA) and forecasted next 6 months. Addressed convergence/frequency warnings by    choosing parsimonious ARIMA (1,1,1) and setting </a:t>
            </a:r>
            <a:r>
              <a:rPr lang="en-US" sz="1800" dirty="0" err="1"/>
              <a:t>freq</a:t>
            </a:r>
            <a:r>
              <a:rPr lang="en-US" sz="1800" dirty="0"/>
              <a:t>='ME’.</a:t>
            </a:r>
          </a:p>
          <a:p>
            <a:pPr lvl="1"/>
            <a:endParaRPr lang="en-US" sz="1800" dirty="0"/>
          </a:p>
          <a:p>
            <a:r>
              <a:rPr lang="en-US" sz="2400" b="1" dirty="0"/>
              <a:t>11. Evaluation, validation &amp; business recommendations</a:t>
            </a:r>
          </a:p>
          <a:p>
            <a:r>
              <a:rPr lang="en-US" sz="1800" b="1" dirty="0"/>
              <a:t>Goal:</a:t>
            </a:r>
            <a:r>
              <a:rPr lang="en-US" sz="1800" dirty="0"/>
              <a:t> Validate models and translate insights into actionable business steps.</a:t>
            </a:r>
          </a:p>
          <a:p>
            <a:r>
              <a:rPr lang="en-US" sz="1800" b="1" dirty="0"/>
              <a:t>Actions taken:</a:t>
            </a:r>
            <a:endParaRPr lang="en-US" sz="1800" dirty="0"/>
          </a:p>
          <a:p>
            <a:pPr lvl="1"/>
            <a:r>
              <a:rPr lang="en-US" sz="1800" dirty="0"/>
              <a:t>Evaluated models on hold-out test set and reported metrics. Performed error analysis and model stability checks.</a:t>
            </a:r>
          </a:p>
          <a:p>
            <a:pPr lvl="1"/>
            <a:r>
              <a:rPr lang="en-US" sz="1800" dirty="0"/>
              <a:t>Produced prioritized action list by combining CLV and churn risk: </a:t>
            </a:r>
          </a:p>
          <a:p>
            <a:pPr lvl="1"/>
            <a:r>
              <a:rPr lang="en-US" sz="1800" b="1" dirty="0"/>
              <a:t>	High CLV + High churn → immediate retention offers</a:t>
            </a:r>
            <a:r>
              <a:rPr lang="en-US" sz="1800" dirty="0"/>
              <a:t>.</a:t>
            </a:r>
          </a:p>
          <a:p>
            <a:pPr lvl="1"/>
            <a:r>
              <a:rPr lang="en-US" sz="1800" dirty="0"/>
              <a:t>Forecast insights used for inventory &amp; campaign planning.</a:t>
            </a:r>
          </a:p>
        </p:txBody>
      </p:sp>
    </p:spTree>
    <p:extLst>
      <p:ext uri="{BB962C8B-B14F-4D97-AF65-F5344CB8AC3E}">
        <p14:creationId xmlns:p14="http://schemas.microsoft.com/office/powerpoint/2010/main" val="1201476485"/>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E54BD9D3-CCA6-B9E3-9FD5-3138BB534BC4}"/>
              </a:ext>
            </a:extLst>
          </p:cNvPr>
          <p:cNvSpPr>
            <a:spLocks noGrp="1"/>
          </p:cNvSpPr>
          <p:nvPr>
            <p:ph type="title"/>
          </p:nvPr>
        </p:nvSpPr>
        <p:spPr>
          <a:xfrm>
            <a:off x="1807190" y="134185"/>
            <a:ext cx="8577617" cy="316081"/>
          </a:xfrm>
        </p:spPr>
        <p:txBody>
          <a:bodyPr/>
          <a:lstStyle/>
          <a:p>
            <a:pPr algn="ctr"/>
            <a:r>
              <a:rPr lang="en-US" dirty="0">
                <a:solidFill>
                  <a:srgbClr val="FF0000"/>
                </a:solidFill>
                <a:cs typeface="Times New Roman" panose="02020603050405020304" pitchFamily="18" charset="0"/>
              </a:rPr>
              <a:t>Results &amp; Evaluation</a:t>
            </a:r>
            <a:endParaRPr lang="en-IN" dirty="0">
              <a:solidFill>
                <a:srgbClr val="FF0000"/>
              </a:solidFill>
              <a:cs typeface="Times New Roman" panose="02020603050405020304" pitchFamily="18" charset="0"/>
            </a:endParaRPr>
          </a:p>
        </p:txBody>
      </p:sp>
      <p:sp>
        <p:nvSpPr>
          <p:cNvPr id="4" name="Slide Number Placeholder 3">
            <a:extLst>
              <a:ext uri="{FF2B5EF4-FFF2-40B4-BE49-F238E27FC236}">
                <a16:creationId xmlns:a16="http://schemas.microsoft.com/office/drawing/2014/main" id="{AB4B4754-B439-82E8-5162-661DE8ED02D8}"/>
              </a:ext>
            </a:extLst>
          </p:cNvPr>
          <p:cNvSpPr>
            <a:spLocks noGrp="1"/>
          </p:cNvSpPr>
          <p:nvPr>
            <p:ph type="sldNum" sz="quarter" idx="12"/>
          </p:nvPr>
        </p:nvSpPr>
        <p:spPr/>
        <p:txBody>
          <a:bodyPr/>
          <a:lstStyle/>
          <a:p>
            <a:pPr defTabSz="685800" hangingPunct="1"/>
            <a:fld id="{71766878-3199-4EAB-94E7-2D6D11070E14}" type="slidenum">
              <a:rPr lang="en-US" kern="1200">
                <a:solidFill>
                  <a:prstClr val="white"/>
                </a:solidFill>
                <a:latin typeface="Calibri"/>
                <a:ea typeface="+mn-ea"/>
                <a:cs typeface="+mn-cs"/>
              </a:rPr>
              <a:pPr defTabSz="685800" hangingPunct="1"/>
              <a:t>13</a:t>
            </a:fld>
            <a:endParaRPr lang="en-US" kern="1200">
              <a:solidFill>
                <a:prstClr val="white"/>
              </a:solidFill>
              <a:latin typeface="Calibri"/>
              <a:ea typeface="+mn-ea"/>
              <a:cs typeface="+mn-cs"/>
            </a:endParaRPr>
          </a:p>
        </p:txBody>
      </p:sp>
      <p:sp>
        <p:nvSpPr>
          <p:cNvPr id="5" name="TextBox 4">
            <a:extLst>
              <a:ext uri="{FF2B5EF4-FFF2-40B4-BE49-F238E27FC236}">
                <a16:creationId xmlns:a16="http://schemas.microsoft.com/office/drawing/2014/main" id="{A722E4EC-C77A-9195-F038-A9C2613EAD9E}"/>
              </a:ext>
            </a:extLst>
          </p:cNvPr>
          <p:cNvSpPr txBox="1"/>
          <p:nvPr/>
        </p:nvSpPr>
        <p:spPr>
          <a:xfrm>
            <a:off x="1305560" y="724952"/>
            <a:ext cx="6106160" cy="461665"/>
          </a:xfrm>
          <a:prstGeom prst="rect">
            <a:avLst/>
          </a:prstGeom>
          <a:noFill/>
        </p:spPr>
        <p:txBody>
          <a:bodyPr wrap="square">
            <a:spAutoFit/>
          </a:bodyPr>
          <a:lstStyle/>
          <a:p>
            <a:r>
              <a:rPr lang="en-IN" sz="2400" b="1" dirty="0"/>
              <a:t>Comparative Performance Table</a:t>
            </a:r>
          </a:p>
        </p:txBody>
      </p:sp>
      <p:graphicFrame>
        <p:nvGraphicFramePr>
          <p:cNvPr id="7" name="Table 6">
            <a:extLst>
              <a:ext uri="{FF2B5EF4-FFF2-40B4-BE49-F238E27FC236}">
                <a16:creationId xmlns:a16="http://schemas.microsoft.com/office/drawing/2014/main" id="{330353F4-F624-2432-14C4-78436B63E747}"/>
              </a:ext>
            </a:extLst>
          </p:cNvPr>
          <p:cNvGraphicFramePr>
            <a:graphicFrameLocks noGrp="1"/>
          </p:cNvGraphicFramePr>
          <p:nvPr>
            <p:extLst>
              <p:ext uri="{D42A27DB-BD31-4B8C-83A1-F6EECF244321}">
                <p14:modId xmlns:p14="http://schemas.microsoft.com/office/powerpoint/2010/main" val="1566355375"/>
              </p:ext>
            </p:extLst>
          </p:nvPr>
        </p:nvGraphicFramePr>
        <p:xfrm>
          <a:off x="1402078" y="1311231"/>
          <a:ext cx="8982728" cy="1854200"/>
        </p:xfrm>
        <a:graphic>
          <a:graphicData uri="http://schemas.openxmlformats.org/drawingml/2006/table">
            <a:tbl>
              <a:tblPr firstRow="1" bandRow="1">
                <a:tableStyleId>{5940675A-B579-460E-94D1-54222C63F5DA}</a:tableStyleId>
              </a:tblPr>
              <a:tblGrid>
                <a:gridCol w="426679">
                  <a:extLst>
                    <a:ext uri="{9D8B030D-6E8A-4147-A177-3AD203B41FA5}">
                      <a16:colId xmlns:a16="http://schemas.microsoft.com/office/drawing/2014/main" val="647252565"/>
                    </a:ext>
                  </a:extLst>
                </a:gridCol>
                <a:gridCol w="2139814">
                  <a:extLst>
                    <a:ext uri="{9D8B030D-6E8A-4147-A177-3AD203B41FA5}">
                      <a16:colId xmlns:a16="http://schemas.microsoft.com/office/drawing/2014/main" val="4206159172"/>
                    </a:ext>
                  </a:extLst>
                </a:gridCol>
                <a:gridCol w="1283247">
                  <a:extLst>
                    <a:ext uri="{9D8B030D-6E8A-4147-A177-3AD203B41FA5}">
                      <a16:colId xmlns:a16="http://schemas.microsoft.com/office/drawing/2014/main" val="4287046373"/>
                    </a:ext>
                  </a:extLst>
                </a:gridCol>
                <a:gridCol w="1283247">
                  <a:extLst>
                    <a:ext uri="{9D8B030D-6E8A-4147-A177-3AD203B41FA5}">
                      <a16:colId xmlns:a16="http://schemas.microsoft.com/office/drawing/2014/main" val="2318166045"/>
                    </a:ext>
                  </a:extLst>
                </a:gridCol>
                <a:gridCol w="1283247">
                  <a:extLst>
                    <a:ext uri="{9D8B030D-6E8A-4147-A177-3AD203B41FA5}">
                      <a16:colId xmlns:a16="http://schemas.microsoft.com/office/drawing/2014/main" val="863590743"/>
                    </a:ext>
                  </a:extLst>
                </a:gridCol>
                <a:gridCol w="1283247">
                  <a:extLst>
                    <a:ext uri="{9D8B030D-6E8A-4147-A177-3AD203B41FA5}">
                      <a16:colId xmlns:a16="http://schemas.microsoft.com/office/drawing/2014/main" val="4081942513"/>
                    </a:ext>
                  </a:extLst>
                </a:gridCol>
                <a:gridCol w="1283247">
                  <a:extLst>
                    <a:ext uri="{9D8B030D-6E8A-4147-A177-3AD203B41FA5}">
                      <a16:colId xmlns:a16="http://schemas.microsoft.com/office/drawing/2014/main" val="2514083672"/>
                    </a:ext>
                  </a:extLst>
                </a:gridCol>
              </a:tblGrid>
              <a:tr h="370840">
                <a:tc>
                  <a:txBody>
                    <a:bodyPr/>
                    <a:lstStyle/>
                    <a:p>
                      <a:pPr algn="r">
                        <a:buNone/>
                      </a:pPr>
                      <a:endParaRPr lang="en-IN" sz="1400" b="1" dirty="0">
                        <a:effectLst/>
                        <a:latin typeface="Times New Roman" panose="02020603050405020304" pitchFamily="18" charset="0"/>
                        <a:cs typeface="Times New Roman" panose="02020603050405020304" pitchFamily="18" charset="0"/>
                      </a:endParaRPr>
                    </a:p>
                  </a:txBody>
                  <a:tcPr anchor="ctr"/>
                </a:tc>
                <a:tc>
                  <a:txBody>
                    <a:bodyPr/>
                    <a:lstStyle/>
                    <a:p>
                      <a:pPr algn="r">
                        <a:buNone/>
                      </a:pPr>
                      <a:r>
                        <a:rPr lang="en-IN" sz="1400" b="1" dirty="0">
                          <a:effectLst/>
                          <a:latin typeface="Times New Roman" panose="02020603050405020304" pitchFamily="18" charset="0"/>
                          <a:cs typeface="Times New Roman" panose="02020603050405020304" pitchFamily="18" charset="0"/>
                        </a:rPr>
                        <a:t>Model</a:t>
                      </a:r>
                    </a:p>
                  </a:txBody>
                  <a:tcPr anchor="ctr"/>
                </a:tc>
                <a:tc>
                  <a:txBody>
                    <a:bodyPr/>
                    <a:lstStyle/>
                    <a:p>
                      <a:pPr algn="r">
                        <a:buNone/>
                      </a:pPr>
                      <a:r>
                        <a:rPr lang="en-IN" sz="1400" b="1">
                          <a:effectLst/>
                          <a:latin typeface="Times New Roman" panose="02020603050405020304" pitchFamily="18" charset="0"/>
                          <a:cs typeface="Times New Roman" panose="02020603050405020304" pitchFamily="18" charset="0"/>
                        </a:rPr>
                        <a:t>Accuracy</a:t>
                      </a:r>
                    </a:p>
                  </a:txBody>
                  <a:tcPr anchor="ctr"/>
                </a:tc>
                <a:tc>
                  <a:txBody>
                    <a:bodyPr/>
                    <a:lstStyle/>
                    <a:p>
                      <a:pPr algn="r">
                        <a:buNone/>
                      </a:pPr>
                      <a:r>
                        <a:rPr lang="en-IN" sz="1400" b="1">
                          <a:effectLst/>
                          <a:latin typeface="Times New Roman" panose="02020603050405020304" pitchFamily="18" charset="0"/>
                          <a:cs typeface="Times New Roman" panose="02020603050405020304" pitchFamily="18" charset="0"/>
                        </a:rPr>
                        <a:t>Precision</a:t>
                      </a:r>
                    </a:p>
                  </a:txBody>
                  <a:tcPr anchor="ctr"/>
                </a:tc>
                <a:tc>
                  <a:txBody>
                    <a:bodyPr/>
                    <a:lstStyle/>
                    <a:p>
                      <a:pPr algn="r">
                        <a:buNone/>
                      </a:pPr>
                      <a:r>
                        <a:rPr lang="en-IN" sz="1400" b="1">
                          <a:effectLst/>
                          <a:latin typeface="Times New Roman" panose="02020603050405020304" pitchFamily="18" charset="0"/>
                          <a:cs typeface="Times New Roman" panose="02020603050405020304" pitchFamily="18" charset="0"/>
                        </a:rPr>
                        <a:t>Recall</a:t>
                      </a:r>
                    </a:p>
                  </a:txBody>
                  <a:tcPr anchor="ctr"/>
                </a:tc>
                <a:tc>
                  <a:txBody>
                    <a:bodyPr/>
                    <a:lstStyle/>
                    <a:p>
                      <a:pPr algn="r">
                        <a:buNone/>
                      </a:pPr>
                      <a:r>
                        <a:rPr lang="en-IN" sz="1400" b="1">
                          <a:effectLst/>
                          <a:latin typeface="Times New Roman" panose="02020603050405020304" pitchFamily="18" charset="0"/>
                          <a:cs typeface="Times New Roman" panose="02020603050405020304" pitchFamily="18" charset="0"/>
                        </a:rPr>
                        <a:t>F1</a:t>
                      </a:r>
                    </a:p>
                  </a:txBody>
                  <a:tcPr anchor="ctr"/>
                </a:tc>
                <a:tc>
                  <a:txBody>
                    <a:bodyPr/>
                    <a:lstStyle/>
                    <a:p>
                      <a:pPr algn="r">
                        <a:buNone/>
                      </a:pPr>
                      <a:r>
                        <a:rPr lang="en-IN" sz="1400" b="1">
                          <a:effectLst/>
                          <a:latin typeface="Times New Roman" panose="02020603050405020304" pitchFamily="18" charset="0"/>
                          <a:cs typeface="Times New Roman" panose="02020603050405020304" pitchFamily="18" charset="0"/>
                        </a:rPr>
                        <a:t>ROC_AUC</a:t>
                      </a:r>
                    </a:p>
                  </a:txBody>
                  <a:tcPr anchor="ctr"/>
                </a:tc>
                <a:extLst>
                  <a:ext uri="{0D108BD9-81ED-4DB2-BD59-A6C34878D82A}">
                    <a16:rowId xmlns:a16="http://schemas.microsoft.com/office/drawing/2014/main" val="2480768275"/>
                  </a:ext>
                </a:extLst>
              </a:tr>
              <a:tr h="370840">
                <a:tc>
                  <a:txBody>
                    <a:bodyPr/>
                    <a:lstStyle/>
                    <a:p>
                      <a:pPr fontAlgn="ctr">
                        <a:buNone/>
                      </a:pPr>
                      <a:r>
                        <a:rPr lang="en-IN" sz="1400" b="1" dirty="0">
                          <a:effectLst/>
                          <a:latin typeface="Times New Roman" panose="02020603050405020304" pitchFamily="18" charset="0"/>
                          <a:cs typeface="Times New Roman" panose="02020603050405020304" pitchFamily="18" charset="0"/>
                        </a:rPr>
                        <a:t>0</a:t>
                      </a:r>
                    </a:p>
                  </a:txBody>
                  <a:tcPr anchor="ctr"/>
                </a:tc>
                <a:tc>
                  <a:txBody>
                    <a:bodyPr/>
                    <a:lstStyle/>
                    <a:p>
                      <a:pPr algn="r">
                        <a:buNone/>
                      </a:pPr>
                      <a:r>
                        <a:rPr lang="en-IN" sz="1400">
                          <a:effectLst/>
                          <a:latin typeface="Times New Roman" panose="02020603050405020304" pitchFamily="18" charset="0"/>
                          <a:cs typeface="Times New Roman" panose="02020603050405020304" pitchFamily="18" charset="0"/>
                        </a:rPr>
                        <a:t>Logistic Regression</a:t>
                      </a:r>
                    </a:p>
                  </a:txBody>
                  <a:tcPr anchor="ctr"/>
                </a:tc>
                <a:tc>
                  <a:txBody>
                    <a:bodyPr/>
                    <a:lstStyle/>
                    <a:p>
                      <a:pPr algn="r">
                        <a:buNone/>
                      </a:pPr>
                      <a:r>
                        <a:rPr lang="en-IN" sz="1400" dirty="0">
                          <a:effectLst/>
                          <a:latin typeface="Times New Roman" panose="02020603050405020304" pitchFamily="18" charset="0"/>
                          <a:cs typeface="Times New Roman" panose="02020603050405020304" pitchFamily="18" charset="0"/>
                        </a:rPr>
                        <a:t>0.935482</a:t>
                      </a:r>
                    </a:p>
                  </a:txBody>
                  <a:tcPr anchor="ctr"/>
                </a:tc>
                <a:tc>
                  <a:txBody>
                    <a:bodyPr/>
                    <a:lstStyle/>
                    <a:p>
                      <a:pPr algn="r">
                        <a:buNone/>
                      </a:pPr>
                      <a:r>
                        <a:rPr lang="en-IN" sz="1400" dirty="0">
                          <a:effectLst/>
                          <a:latin typeface="Times New Roman" panose="02020603050405020304" pitchFamily="18" charset="0"/>
                          <a:cs typeface="Times New Roman" panose="02020603050405020304" pitchFamily="18" charset="0"/>
                        </a:rPr>
                        <a:t>1.000000</a:t>
                      </a:r>
                    </a:p>
                  </a:txBody>
                  <a:tcPr anchor="ctr"/>
                </a:tc>
                <a:tc>
                  <a:txBody>
                    <a:bodyPr/>
                    <a:lstStyle/>
                    <a:p>
                      <a:pPr algn="r">
                        <a:buNone/>
                      </a:pPr>
                      <a:r>
                        <a:rPr lang="en-IN" sz="1400" dirty="0">
                          <a:effectLst/>
                          <a:latin typeface="Times New Roman" panose="02020603050405020304" pitchFamily="18" charset="0"/>
                          <a:cs typeface="Times New Roman" panose="02020603050405020304" pitchFamily="18" charset="0"/>
                        </a:rPr>
                        <a:t>0.925390</a:t>
                      </a:r>
                    </a:p>
                  </a:txBody>
                  <a:tcPr anchor="ctr"/>
                </a:tc>
                <a:tc>
                  <a:txBody>
                    <a:bodyPr/>
                    <a:lstStyle/>
                    <a:p>
                      <a:pPr algn="r">
                        <a:buNone/>
                      </a:pPr>
                      <a:r>
                        <a:rPr lang="en-IN" sz="1400">
                          <a:effectLst/>
                          <a:latin typeface="Times New Roman" panose="02020603050405020304" pitchFamily="18" charset="0"/>
                          <a:cs typeface="Times New Roman" panose="02020603050405020304" pitchFamily="18" charset="0"/>
                        </a:rPr>
                        <a:t>0.961249</a:t>
                      </a:r>
                    </a:p>
                  </a:txBody>
                  <a:tcPr anchor="ctr"/>
                </a:tc>
                <a:tc>
                  <a:txBody>
                    <a:bodyPr/>
                    <a:lstStyle/>
                    <a:p>
                      <a:pPr algn="r">
                        <a:buNone/>
                      </a:pPr>
                      <a:r>
                        <a:rPr lang="en-IN" sz="1400">
                          <a:effectLst/>
                          <a:latin typeface="Times New Roman" panose="02020603050405020304" pitchFamily="18" charset="0"/>
                          <a:cs typeface="Times New Roman" panose="02020603050405020304" pitchFamily="18" charset="0"/>
                        </a:rPr>
                        <a:t>0.964245</a:t>
                      </a:r>
                    </a:p>
                  </a:txBody>
                  <a:tcPr anchor="ctr"/>
                </a:tc>
                <a:extLst>
                  <a:ext uri="{0D108BD9-81ED-4DB2-BD59-A6C34878D82A}">
                    <a16:rowId xmlns:a16="http://schemas.microsoft.com/office/drawing/2014/main" val="596589386"/>
                  </a:ext>
                </a:extLst>
              </a:tr>
              <a:tr h="370840">
                <a:tc>
                  <a:txBody>
                    <a:bodyPr/>
                    <a:lstStyle/>
                    <a:p>
                      <a:pPr fontAlgn="ctr">
                        <a:buNone/>
                      </a:pPr>
                      <a:r>
                        <a:rPr lang="en-IN" sz="1400" b="1">
                          <a:effectLst/>
                          <a:latin typeface="Times New Roman" panose="02020603050405020304" pitchFamily="18" charset="0"/>
                          <a:cs typeface="Times New Roman" panose="02020603050405020304" pitchFamily="18" charset="0"/>
                        </a:rPr>
                        <a:t>1</a:t>
                      </a:r>
                    </a:p>
                  </a:txBody>
                  <a:tcPr anchor="ctr"/>
                </a:tc>
                <a:tc>
                  <a:txBody>
                    <a:bodyPr/>
                    <a:lstStyle/>
                    <a:p>
                      <a:pPr algn="r">
                        <a:buNone/>
                      </a:pPr>
                      <a:r>
                        <a:rPr lang="en-IN" sz="1400">
                          <a:effectLst/>
                          <a:latin typeface="Times New Roman" panose="02020603050405020304" pitchFamily="18" charset="0"/>
                          <a:cs typeface="Times New Roman" panose="02020603050405020304" pitchFamily="18" charset="0"/>
                        </a:rPr>
                        <a:t>Random Forest</a:t>
                      </a:r>
                    </a:p>
                  </a:txBody>
                  <a:tcPr anchor="ctr"/>
                </a:tc>
                <a:tc>
                  <a:txBody>
                    <a:bodyPr/>
                    <a:lstStyle/>
                    <a:p>
                      <a:pPr algn="r">
                        <a:buNone/>
                      </a:pPr>
                      <a:r>
                        <a:rPr lang="en-IN" sz="1400" dirty="0">
                          <a:effectLst/>
                          <a:latin typeface="Times New Roman" panose="02020603050405020304" pitchFamily="18" charset="0"/>
                          <a:cs typeface="Times New Roman" panose="02020603050405020304" pitchFamily="18" charset="0"/>
                        </a:rPr>
                        <a:t>0.897430</a:t>
                      </a:r>
                    </a:p>
                  </a:txBody>
                  <a:tcPr anchor="ctr"/>
                </a:tc>
                <a:tc>
                  <a:txBody>
                    <a:bodyPr/>
                    <a:lstStyle/>
                    <a:p>
                      <a:pPr algn="r">
                        <a:buNone/>
                      </a:pPr>
                      <a:r>
                        <a:rPr lang="en-IN" sz="1400">
                          <a:effectLst/>
                          <a:latin typeface="Times New Roman" panose="02020603050405020304" pitchFamily="18" charset="0"/>
                          <a:cs typeface="Times New Roman" panose="02020603050405020304" pitchFamily="18" charset="0"/>
                        </a:rPr>
                        <a:t>0.999983</a:t>
                      </a:r>
                    </a:p>
                  </a:txBody>
                  <a:tcPr anchor="ctr"/>
                </a:tc>
                <a:tc>
                  <a:txBody>
                    <a:bodyPr/>
                    <a:lstStyle/>
                    <a:p>
                      <a:pPr algn="r">
                        <a:buNone/>
                      </a:pPr>
                      <a:r>
                        <a:rPr lang="en-IN" sz="1400" dirty="0">
                          <a:effectLst/>
                          <a:latin typeface="Times New Roman" panose="02020603050405020304" pitchFamily="18" charset="0"/>
                          <a:cs typeface="Times New Roman" panose="02020603050405020304" pitchFamily="18" charset="0"/>
                        </a:rPr>
                        <a:t>0.881401</a:t>
                      </a:r>
                    </a:p>
                  </a:txBody>
                  <a:tcPr anchor="ctr"/>
                </a:tc>
                <a:tc>
                  <a:txBody>
                    <a:bodyPr/>
                    <a:lstStyle/>
                    <a:p>
                      <a:pPr algn="r">
                        <a:buNone/>
                      </a:pPr>
                      <a:r>
                        <a:rPr lang="en-IN" sz="1400" dirty="0">
                          <a:effectLst/>
                          <a:latin typeface="Times New Roman" panose="02020603050405020304" pitchFamily="18" charset="0"/>
                          <a:cs typeface="Times New Roman" panose="02020603050405020304" pitchFamily="18" charset="0"/>
                        </a:rPr>
                        <a:t>0.936955</a:t>
                      </a:r>
                    </a:p>
                  </a:txBody>
                  <a:tcPr anchor="ctr"/>
                </a:tc>
                <a:tc>
                  <a:txBody>
                    <a:bodyPr/>
                    <a:lstStyle/>
                    <a:p>
                      <a:pPr algn="r">
                        <a:buNone/>
                      </a:pPr>
                      <a:r>
                        <a:rPr lang="en-IN" sz="1400" dirty="0">
                          <a:effectLst/>
                          <a:latin typeface="Times New Roman" panose="02020603050405020304" pitchFamily="18" charset="0"/>
                          <a:cs typeface="Times New Roman" panose="02020603050405020304" pitchFamily="18" charset="0"/>
                        </a:rPr>
                        <a:t>0.963927</a:t>
                      </a:r>
                    </a:p>
                  </a:txBody>
                  <a:tcPr anchor="ctr"/>
                </a:tc>
                <a:extLst>
                  <a:ext uri="{0D108BD9-81ED-4DB2-BD59-A6C34878D82A}">
                    <a16:rowId xmlns:a16="http://schemas.microsoft.com/office/drawing/2014/main" val="3009620578"/>
                  </a:ext>
                </a:extLst>
              </a:tr>
              <a:tr h="370840">
                <a:tc>
                  <a:txBody>
                    <a:bodyPr/>
                    <a:lstStyle/>
                    <a:p>
                      <a:pPr fontAlgn="ctr">
                        <a:buNone/>
                      </a:pPr>
                      <a:r>
                        <a:rPr lang="en-IN" sz="1400" b="1">
                          <a:effectLst/>
                          <a:latin typeface="Times New Roman" panose="02020603050405020304" pitchFamily="18" charset="0"/>
                          <a:cs typeface="Times New Roman" panose="02020603050405020304" pitchFamily="18" charset="0"/>
                        </a:rPr>
                        <a:t>2</a:t>
                      </a:r>
                    </a:p>
                  </a:txBody>
                  <a:tcPr anchor="ctr"/>
                </a:tc>
                <a:tc>
                  <a:txBody>
                    <a:bodyPr/>
                    <a:lstStyle/>
                    <a:p>
                      <a:pPr algn="r">
                        <a:buNone/>
                      </a:pPr>
                      <a:r>
                        <a:rPr lang="en-IN" sz="1400">
                          <a:effectLst/>
                          <a:latin typeface="Times New Roman" panose="02020603050405020304" pitchFamily="18" charset="0"/>
                          <a:cs typeface="Times New Roman" panose="02020603050405020304" pitchFamily="18" charset="0"/>
                        </a:rPr>
                        <a:t>Decision Tree</a:t>
                      </a:r>
                    </a:p>
                  </a:txBody>
                  <a:tcPr anchor="ctr"/>
                </a:tc>
                <a:tc>
                  <a:txBody>
                    <a:bodyPr/>
                    <a:lstStyle/>
                    <a:p>
                      <a:pPr algn="r">
                        <a:buNone/>
                      </a:pPr>
                      <a:r>
                        <a:rPr lang="en-IN" sz="1400" dirty="0">
                          <a:effectLst/>
                          <a:latin typeface="Times New Roman" panose="02020603050405020304" pitchFamily="18" charset="0"/>
                          <a:cs typeface="Times New Roman" panose="02020603050405020304" pitchFamily="18" charset="0"/>
                        </a:rPr>
                        <a:t>0.732237</a:t>
                      </a:r>
                    </a:p>
                  </a:txBody>
                  <a:tcPr anchor="ctr"/>
                </a:tc>
                <a:tc>
                  <a:txBody>
                    <a:bodyPr/>
                    <a:lstStyle/>
                    <a:p>
                      <a:pPr algn="r">
                        <a:buNone/>
                      </a:pPr>
                      <a:r>
                        <a:rPr lang="en-IN" sz="1400">
                          <a:effectLst/>
                          <a:latin typeface="Times New Roman" panose="02020603050405020304" pitchFamily="18" charset="0"/>
                          <a:cs typeface="Times New Roman" panose="02020603050405020304" pitchFamily="18" charset="0"/>
                        </a:rPr>
                        <a:t>0.986728</a:t>
                      </a:r>
                    </a:p>
                  </a:txBody>
                  <a:tcPr anchor="ctr"/>
                </a:tc>
                <a:tc>
                  <a:txBody>
                    <a:bodyPr/>
                    <a:lstStyle/>
                    <a:p>
                      <a:pPr algn="r">
                        <a:buNone/>
                      </a:pPr>
                      <a:r>
                        <a:rPr lang="en-IN" sz="1400" dirty="0">
                          <a:effectLst/>
                          <a:latin typeface="Times New Roman" panose="02020603050405020304" pitchFamily="18" charset="0"/>
                          <a:cs typeface="Times New Roman" panose="02020603050405020304" pitchFamily="18" charset="0"/>
                        </a:rPr>
                        <a:t>0.699766</a:t>
                      </a:r>
                    </a:p>
                  </a:txBody>
                  <a:tcPr anchor="ctr"/>
                </a:tc>
                <a:tc>
                  <a:txBody>
                    <a:bodyPr/>
                    <a:lstStyle/>
                    <a:p>
                      <a:pPr algn="r">
                        <a:buNone/>
                      </a:pPr>
                      <a:r>
                        <a:rPr lang="en-IN" sz="1400">
                          <a:effectLst/>
                          <a:latin typeface="Times New Roman" panose="02020603050405020304" pitchFamily="18" charset="0"/>
                          <a:cs typeface="Times New Roman" panose="02020603050405020304" pitchFamily="18" charset="0"/>
                        </a:rPr>
                        <a:t>0.818833</a:t>
                      </a:r>
                    </a:p>
                  </a:txBody>
                  <a:tcPr anchor="ctr"/>
                </a:tc>
                <a:tc>
                  <a:txBody>
                    <a:bodyPr/>
                    <a:lstStyle/>
                    <a:p>
                      <a:pPr algn="r">
                        <a:buNone/>
                      </a:pPr>
                      <a:r>
                        <a:rPr lang="en-IN" sz="1400" dirty="0">
                          <a:effectLst/>
                          <a:latin typeface="Times New Roman" panose="02020603050405020304" pitchFamily="18" charset="0"/>
                          <a:cs typeface="Times New Roman" panose="02020603050405020304" pitchFamily="18" charset="0"/>
                        </a:rPr>
                        <a:t>0.894165</a:t>
                      </a:r>
                    </a:p>
                  </a:txBody>
                  <a:tcPr anchor="ctr"/>
                </a:tc>
                <a:extLst>
                  <a:ext uri="{0D108BD9-81ED-4DB2-BD59-A6C34878D82A}">
                    <a16:rowId xmlns:a16="http://schemas.microsoft.com/office/drawing/2014/main" val="3507544774"/>
                  </a:ext>
                </a:extLst>
              </a:tr>
              <a:tr h="370840">
                <a:tc>
                  <a:txBody>
                    <a:bodyPr/>
                    <a:lstStyle/>
                    <a:p>
                      <a:pPr fontAlgn="ctr">
                        <a:buNone/>
                      </a:pPr>
                      <a:r>
                        <a:rPr lang="en-IN" sz="1400" b="1">
                          <a:effectLst/>
                          <a:latin typeface="Times New Roman" panose="02020603050405020304" pitchFamily="18" charset="0"/>
                          <a:cs typeface="Times New Roman" panose="02020603050405020304" pitchFamily="18" charset="0"/>
                        </a:rPr>
                        <a:t>3</a:t>
                      </a:r>
                    </a:p>
                  </a:txBody>
                  <a:tcPr anchor="ctr"/>
                </a:tc>
                <a:tc>
                  <a:txBody>
                    <a:bodyPr/>
                    <a:lstStyle/>
                    <a:p>
                      <a:pPr algn="r">
                        <a:buNone/>
                      </a:pPr>
                      <a:r>
                        <a:rPr lang="en-IN" sz="1400" dirty="0" err="1">
                          <a:effectLst/>
                          <a:latin typeface="Times New Roman" panose="02020603050405020304" pitchFamily="18" charset="0"/>
                          <a:cs typeface="Times New Roman" panose="02020603050405020304" pitchFamily="18" charset="0"/>
                        </a:rPr>
                        <a:t>XGBoost</a:t>
                      </a:r>
                      <a:endParaRPr lang="en-IN" sz="1400" dirty="0">
                        <a:effectLst/>
                        <a:latin typeface="Times New Roman" panose="02020603050405020304" pitchFamily="18" charset="0"/>
                        <a:cs typeface="Times New Roman" panose="02020603050405020304" pitchFamily="18" charset="0"/>
                      </a:endParaRPr>
                    </a:p>
                  </a:txBody>
                  <a:tcPr anchor="ctr"/>
                </a:tc>
                <a:tc>
                  <a:txBody>
                    <a:bodyPr/>
                    <a:lstStyle/>
                    <a:p>
                      <a:pPr algn="r">
                        <a:buNone/>
                      </a:pPr>
                      <a:r>
                        <a:rPr lang="en-IN" sz="1400">
                          <a:effectLst/>
                          <a:latin typeface="Times New Roman" panose="02020603050405020304" pitchFamily="18" charset="0"/>
                          <a:cs typeface="Times New Roman" panose="02020603050405020304" pitchFamily="18" charset="0"/>
                        </a:rPr>
                        <a:t>0.935475</a:t>
                      </a:r>
                    </a:p>
                  </a:txBody>
                  <a:tcPr anchor="ctr"/>
                </a:tc>
                <a:tc>
                  <a:txBody>
                    <a:bodyPr/>
                    <a:lstStyle/>
                    <a:p>
                      <a:pPr algn="r">
                        <a:buNone/>
                      </a:pPr>
                      <a:r>
                        <a:rPr lang="en-IN" sz="1400" dirty="0">
                          <a:effectLst/>
                          <a:latin typeface="Times New Roman" panose="02020603050405020304" pitchFamily="18" charset="0"/>
                          <a:cs typeface="Times New Roman" panose="02020603050405020304" pitchFamily="18" charset="0"/>
                        </a:rPr>
                        <a:t>0.999992</a:t>
                      </a:r>
                    </a:p>
                  </a:txBody>
                  <a:tcPr anchor="ctr"/>
                </a:tc>
                <a:tc>
                  <a:txBody>
                    <a:bodyPr/>
                    <a:lstStyle/>
                    <a:p>
                      <a:pPr algn="r">
                        <a:buNone/>
                      </a:pPr>
                      <a:r>
                        <a:rPr lang="en-IN" sz="1400">
                          <a:effectLst/>
                          <a:latin typeface="Times New Roman" panose="02020603050405020304" pitchFamily="18" charset="0"/>
                          <a:cs typeface="Times New Roman" panose="02020603050405020304" pitchFamily="18" charset="0"/>
                        </a:rPr>
                        <a:t>0.925390</a:t>
                      </a:r>
                    </a:p>
                  </a:txBody>
                  <a:tcPr anchor="ctr"/>
                </a:tc>
                <a:tc>
                  <a:txBody>
                    <a:bodyPr/>
                    <a:lstStyle/>
                    <a:p>
                      <a:pPr algn="r">
                        <a:buNone/>
                      </a:pPr>
                      <a:r>
                        <a:rPr lang="en-IN" sz="1400">
                          <a:effectLst/>
                          <a:latin typeface="Times New Roman" panose="02020603050405020304" pitchFamily="18" charset="0"/>
                          <a:cs typeface="Times New Roman" panose="02020603050405020304" pitchFamily="18" charset="0"/>
                        </a:rPr>
                        <a:t>0.961246</a:t>
                      </a:r>
                    </a:p>
                  </a:txBody>
                  <a:tcPr anchor="ctr"/>
                </a:tc>
                <a:tc>
                  <a:txBody>
                    <a:bodyPr/>
                    <a:lstStyle/>
                    <a:p>
                      <a:pPr algn="r">
                        <a:buNone/>
                      </a:pPr>
                      <a:r>
                        <a:rPr lang="en-IN" sz="1400" dirty="0">
                          <a:effectLst/>
                          <a:latin typeface="Times New Roman" panose="02020603050405020304" pitchFamily="18" charset="0"/>
                          <a:cs typeface="Times New Roman" panose="02020603050405020304" pitchFamily="18" charset="0"/>
                        </a:rPr>
                        <a:t>0.963967</a:t>
                      </a:r>
                    </a:p>
                  </a:txBody>
                  <a:tcPr anchor="ctr"/>
                </a:tc>
                <a:extLst>
                  <a:ext uri="{0D108BD9-81ED-4DB2-BD59-A6C34878D82A}">
                    <a16:rowId xmlns:a16="http://schemas.microsoft.com/office/drawing/2014/main" val="1511390653"/>
                  </a:ext>
                </a:extLst>
              </a:tr>
            </a:tbl>
          </a:graphicData>
        </a:graphic>
      </p:graphicFrame>
      <p:pic>
        <p:nvPicPr>
          <p:cNvPr id="11" name="Picture 10">
            <a:extLst>
              <a:ext uri="{FF2B5EF4-FFF2-40B4-BE49-F238E27FC236}">
                <a16:creationId xmlns:a16="http://schemas.microsoft.com/office/drawing/2014/main" id="{9DDDF385-0858-8209-160E-D9C4120EA4DA}"/>
              </a:ext>
            </a:extLst>
          </p:cNvPr>
          <p:cNvPicPr>
            <a:picLocks noChangeAspect="1"/>
          </p:cNvPicPr>
          <p:nvPr/>
        </p:nvPicPr>
        <p:blipFill>
          <a:blip r:embed="rId3"/>
          <a:srcRect b="4073"/>
          <a:stretch>
            <a:fillRect/>
          </a:stretch>
        </p:blipFill>
        <p:spPr>
          <a:xfrm>
            <a:off x="1305560" y="3429000"/>
            <a:ext cx="10186206" cy="2392680"/>
          </a:xfrm>
          <a:prstGeom prst="rect">
            <a:avLst/>
          </a:prstGeom>
        </p:spPr>
      </p:pic>
    </p:spTree>
    <p:extLst>
      <p:ext uri="{BB962C8B-B14F-4D97-AF65-F5344CB8AC3E}">
        <p14:creationId xmlns:p14="http://schemas.microsoft.com/office/powerpoint/2010/main" val="4207634860"/>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06A54B4-F305-5DF4-8E1C-630676B916B5}"/>
            </a:ext>
          </a:extLst>
        </p:cNvPr>
        <p:cNvGrpSpPr/>
        <p:nvPr/>
      </p:nvGrpSpPr>
      <p:grpSpPr>
        <a:xfrm>
          <a:off x="0" y="0"/>
          <a:ext cx="0" cy="0"/>
          <a:chOff x="0" y="0"/>
          <a:chExt cx="0" cy="0"/>
        </a:xfrm>
      </p:grpSpPr>
      <p:sp>
        <p:nvSpPr>
          <p:cNvPr id="3" name="Title 2">
            <a:extLst>
              <a:ext uri="{FF2B5EF4-FFF2-40B4-BE49-F238E27FC236}">
                <a16:creationId xmlns:a16="http://schemas.microsoft.com/office/drawing/2014/main" id="{F6538334-7A39-74E9-88C3-F85D490EAE76}"/>
              </a:ext>
            </a:extLst>
          </p:cNvPr>
          <p:cNvSpPr>
            <a:spLocks noGrp="1"/>
          </p:cNvSpPr>
          <p:nvPr>
            <p:ph type="title"/>
          </p:nvPr>
        </p:nvSpPr>
        <p:spPr>
          <a:xfrm>
            <a:off x="1807190" y="134185"/>
            <a:ext cx="8577617" cy="316081"/>
          </a:xfrm>
        </p:spPr>
        <p:txBody>
          <a:bodyPr/>
          <a:lstStyle/>
          <a:p>
            <a:pPr algn="ctr"/>
            <a:r>
              <a:rPr lang="en-US" dirty="0">
                <a:solidFill>
                  <a:srgbClr val="FF0000"/>
                </a:solidFill>
                <a:cs typeface="Times New Roman" panose="02020603050405020304" pitchFamily="18" charset="0"/>
              </a:rPr>
              <a:t>Results &amp; Evaluation</a:t>
            </a:r>
            <a:endParaRPr lang="en-IN" dirty="0">
              <a:solidFill>
                <a:srgbClr val="FF0000"/>
              </a:solidFill>
              <a:cs typeface="Times New Roman" panose="02020603050405020304" pitchFamily="18" charset="0"/>
            </a:endParaRPr>
          </a:p>
        </p:txBody>
      </p:sp>
      <p:sp>
        <p:nvSpPr>
          <p:cNvPr id="4" name="Slide Number Placeholder 3">
            <a:extLst>
              <a:ext uri="{FF2B5EF4-FFF2-40B4-BE49-F238E27FC236}">
                <a16:creationId xmlns:a16="http://schemas.microsoft.com/office/drawing/2014/main" id="{E0766F0F-78CA-F884-0771-0465DB2B1611}"/>
              </a:ext>
            </a:extLst>
          </p:cNvPr>
          <p:cNvSpPr>
            <a:spLocks noGrp="1"/>
          </p:cNvSpPr>
          <p:nvPr>
            <p:ph type="sldNum" sz="quarter" idx="12"/>
          </p:nvPr>
        </p:nvSpPr>
        <p:spPr/>
        <p:txBody>
          <a:bodyPr/>
          <a:lstStyle/>
          <a:p>
            <a:pPr defTabSz="685800" hangingPunct="1"/>
            <a:fld id="{71766878-3199-4EAB-94E7-2D6D11070E14}" type="slidenum">
              <a:rPr lang="en-US" kern="1200">
                <a:solidFill>
                  <a:prstClr val="white"/>
                </a:solidFill>
                <a:latin typeface="Calibri"/>
                <a:ea typeface="+mn-ea"/>
                <a:cs typeface="+mn-cs"/>
              </a:rPr>
              <a:pPr defTabSz="685800" hangingPunct="1"/>
              <a:t>14</a:t>
            </a:fld>
            <a:endParaRPr lang="en-US" kern="1200">
              <a:solidFill>
                <a:prstClr val="white"/>
              </a:solidFill>
              <a:latin typeface="Calibri"/>
              <a:ea typeface="+mn-ea"/>
              <a:cs typeface="+mn-cs"/>
            </a:endParaRPr>
          </a:p>
        </p:txBody>
      </p:sp>
      <p:sp>
        <p:nvSpPr>
          <p:cNvPr id="20" name="TextBox 19">
            <a:extLst>
              <a:ext uri="{FF2B5EF4-FFF2-40B4-BE49-F238E27FC236}">
                <a16:creationId xmlns:a16="http://schemas.microsoft.com/office/drawing/2014/main" id="{7E8539DE-C089-AAD3-2FCD-ECD9A0587358}"/>
              </a:ext>
            </a:extLst>
          </p:cNvPr>
          <p:cNvSpPr txBox="1"/>
          <p:nvPr/>
        </p:nvSpPr>
        <p:spPr>
          <a:xfrm>
            <a:off x="495302" y="3429000"/>
            <a:ext cx="10314940" cy="2400657"/>
          </a:xfrm>
          <a:prstGeom prst="rect">
            <a:avLst/>
          </a:prstGeom>
          <a:noFill/>
        </p:spPr>
        <p:txBody>
          <a:bodyPr wrap="square">
            <a:spAutoFit/>
          </a:bodyPr>
          <a:lstStyle/>
          <a:p>
            <a:pPr>
              <a:buNone/>
            </a:pPr>
            <a:r>
              <a:rPr lang="en-US" sz="2400" b="1" dirty="0"/>
              <a:t>Cluster Profiles</a:t>
            </a:r>
          </a:p>
          <a:p>
            <a:pPr marL="285750" indent="-285750">
              <a:buFont typeface="Arial" panose="020B0604020202020204" pitchFamily="34" charset="0"/>
              <a:buChar char="•"/>
            </a:pPr>
            <a:r>
              <a:rPr lang="en-US" sz="1800" b="1" dirty="0"/>
              <a:t>Cluster 0 – High-Value Loyal Customers</a:t>
            </a:r>
            <a:endParaRPr lang="en-US" sz="1800" dirty="0"/>
          </a:p>
          <a:p>
            <a:pPr marL="742950" lvl="1" indent="-285750">
              <a:buFont typeface="Arial" panose="020B0604020202020204" pitchFamily="34" charset="0"/>
              <a:buChar char="•"/>
            </a:pPr>
            <a:r>
              <a:rPr lang="en-US" sz="1800" dirty="0"/>
              <a:t>High frequency, high monetary value, low recency</a:t>
            </a:r>
          </a:p>
          <a:p>
            <a:pPr marL="742950" lvl="1" indent="-285750">
              <a:buFont typeface="Arial" panose="020B0604020202020204" pitchFamily="34" charset="0"/>
              <a:buChar char="•"/>
            </a:pPr>
            <a:r>
              <a:rPr lang="en-US" sz="1800" dirty="0"/>
              <a:t>Strong CLV</a:t>
            </a:r>
          </a:p>
          <a:p>
            <a:pPr marL="285750" indent="-285750">
              <a:buFont typeface="Arial" panose="020B0604020202020204" pitchFamily="34" charset="0"/>
              <a:buChar char="•"/>
            </a:pPr>
            <a:r>
              <a:rPr lang="en-US" sz="1800" b="1" dirty="0"/>
              <a:t>Cluster 1 – At-Risk Customers</a:t>
            </a:r>
            <a:endParaRPr lang="en-US" sz="1800" dirty="0"/>
          </a:p>
          <a:p>
            <a:pPr marL="742950" lvl="1" indent="-285750">
              <a:buFont typeface="Arial" panose="020B0604020202020204" pitchFamily="34" charset="0"/>
              <a:buChar char="•"/>
            </a:pPr>
            <a:r>
              <a:rPr lang="en-US" sz="1800" dirty="0"/>
              <a:t>High recency, moderate frequency → higher churn probability</a:t>
            </a:r>
          </a:p>
          <a:p>
            <a:pPr marL="285750" indent="-285750">
              <a:buFont typeface="Arial" panose="020B0604020202020204" pitchFamily="34" charset="0"/>
              <a:buChar char="•"/>
            </a:pPr>
            <a:r>
              <a:rPr lang="en-US" sz="1800" b="1" dirty="0"/>
              <a:t>Cluster 2 – Regular Customers</a:t>
            </a:r>
            <a:endParaRPr lang="en-US" sz="1800" dirty="0"/>
          </a:p>
          <a:p>
            <a:pPr marL="742950" lvl="1" indent="-285750">
              <a:buFont typeface="Arial" panose="020B0604020202020204" pitchFamily="34" charset="0"/>
              <a:buChar char="•"/>
            </a:pPr>
            <a:r>
              <a:rPr lang="en-US" sz="1800" dirty="0"/>
              <a:t>Moderate RFM values, average CLV</a:t>
            </a:r>
          </a:p>
        </p:txBody>
      </p:sp>
      <p:pic>
        <p:nvPicPr>
          <p:cNvPr id="22" name="Picture 21">
            <a:extLst>
              <a:ext uri="{FF2B5EF4-FFF2-40B4-BE49-F238E27FC236}">
                <a16:creationId xmlns:a16="http://schemas.microsoft.com/office/drawing/2014/main" id="{341B1FD6-886F-F99E-2264-D6EACB0FE81E}"/>
              </a:ext>
            </a:extLst>
          </p:cNvPr>
          <p:cNvPicPr>
            <a:picLocks noChangeAspect="1"/>
          </p:cNvPicPr>
          <p:nvPr/>
        </p:nvPicPr>
        <p:blipFill>
          <a:blip r:embed="rId3"/>
          <a:stretch>
            <a:fillRect/>
          </a:stretch>
        </p:blipFill>
        <p:spPr>
          <a:xfrm>
            <a:off x="203199" y="613244"/>
            <a:ext cx="11872842" cy="2580639"/>
          </a:xfrm>
          <a:prstGeom prst="rect">
            <a:avLst/>
          </a:prstGeom>
        </p:spPr>
      </p:pic>
      <p:pic>
        <p:nvPicPr>
          <p:cNvPr id="24" name="Picture 23">
            <a:extLst>
              <a:ext uri="{FF2B5EF4-FFF2-40B4-BE49-F238E27FC236}">
                <a16:creationId xmlns:a16="http://schemas.microsoft.com/office/drawing/2014/main" id="{BD9C9897-691C-77F8-1E53-4C78FF88BD42}"/>
              </a:ext>
            </a:extLst>
          </p:cNvPr>
          <p:cNvPicPr>
            <a:picLocks noChangeAspect="1"/>
          </p:cNvPicPr>
          <p:nvPr/>
        </p:nvPicPr>
        <p:blipFill>
          <a:blip r:embed="rId4"/>
          <a:srcRect l="-3863" t="28343" r="14199" b="-2704"/>
          <a:stretch>
            <a:fillRect/>
          </a:stretch>
        </p:blipFill>
        <p:spPr>
          <a:xfrm>
            <a:off x="6979920" y="3193883"/>
            <a:ext cx="5008881" cy="3284872"/>
          </a:xfrm>
          <a:prstGeom prst="rect">
            <a:avLst/>
          </a:prstGeom>
        </p:spPr>
      </p:pic>
    </p:spTree>
    <p:extLst>
      <p:ext uri="{BB962C8B-B14F-4D97-AF65-F5344CB8AC3E}">
        <p14:creationId xmlns:p14="http://schemas.microsoft.com/office/powerpoint/2010/main" val="679216198"/>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B7D8848-2F7B-4D36-284B-286B565B83B6}"/>
            </a:ext>
          </a:extLst>
        </p:cNvPr>
        <p:cNvGrpSpPr/>
        <p:nvPr/>
      </p:nvGrpSpPr>
      <p:grpSpPr>
        <a:xfrm>
          <a:off x="0" y="0"/>
          <a:ext cx="0" cy="0"/>
          <a:chOff x="0" y="0"/>
          <a:chExt cx="0" cy="0"/>
        </a:xfrm>
      </p:grpSpPr>
      <p:sp>
        <p:nvSpPr>
          <p:cNvPr id="3" name="Title 2">
            <a:extLst>
              <a:ext uri="{FF2B5EF4-FFF2-40B4-BE49-F238E27FC236}">
                <a16:creationId xmlns:a16="http://schemas.microsoft.com/office/drawing/2014/main" id="{C38B0794-31C3-0717-65DD-07731F3DEC55}"/>
              </a:ext>
            </a:extLst>
          </p:cNvPr>
          <p:cNvSpPr>
            <a:spLocks noGrp="1"/>
          </p:cNvSpPr>
          <p:nvPr>
            <p:ph type="title"/>
          </p:nvPr>
        </p:nvSpPr>
        <p:spPr>
          <a:xfrm>
            <a:off x="1807190" y="134185"/>
            <a:ext cx="8577617" cy="316081"/>
          </a:xfrm>
        </p:spPr>
        <p:txBody>
          <a:bodyPr/>
          <a:lstStyle/>
          <a:p>
            <a:pPr algn="ctr"/>
            <a:r>
              <a:rPr lang="en-US" dirty="0">
                <a:solidFill>
                  <a:srgbClr val="FF0000"/>
                </a:solidFill>
                <a:cs typeface="Times New Roman" panose="02020603050405020304" pitchFamily="18" charset="0"/>
              </a:rPr>
              <a:t>Results &amp; Evaluation</a:t>
            </a:r>
            <a:endParaRPr lang="en-IN" dirty="0">
              <a:solidFill>
                <a:srgbClr val="FF0000"/>
              </a:solidFill>
              <a:cs typeface="Times New Roman" panose="02020603050405020304" pitchFamily="18" charset="0"/>
            </a:endParaRPr>
          </a:p>
        </p:txBody>
      </p:sp>
      <p:sp>
        <p:nvSpPr>
          <p:cNvPr id="4" name="Slide Number Placeholder 3">
            <a:extLst>
              <a:ext uri="{FF2B5EF4-FFF2-40B4-BE49-F238E27FC236}">
                <a16:creationId xmlns:a16="http://schemas.microsoft.com/office/drawing/2014/main" id="{AB4496EC-7D19-79FC-DC3B-182BDA9BBFE9}"/>
              </a:ext>
            </a:extLst>
          </p:cNvPr>
          <p:cNvSpPr>
            <a:spLocks noGrp="1"/>
          </p:cNvSpPr>
          <p:nvPr>
            <p:ph type="sldNum" sz="quarter" idx="12"/>
          </p:nvPr>
        </p:nvSpPr>
        <p:spPr/>
        <p:txBody>
          <a:bodyPr/>
          <a:lstStyle/>
          <a:p>
            <a:pPr defTabSz="685800" hangingPunct="1"/>
            <a:fld id="{71766878-3199-4EAB-94E7-2D6D11070E14}" type="slidenum">
              <a:rPr lang="en-US" kern="1200">
                <a:solidFill>
                  <a:prstClr val="white"/>
                </a:solidFill>
                <a:latin typeface="Calibri"/>
                <a:ea typeface="+mn-ea"/>
                <a:cs typeface="+mn-cs"/>
              </a:rPr>
              <a:pPr defTabSz="685800" hangingPunct="1"/>
              <a:t>15</a:t>
            </a:fld>
            <a:endParaRPr lang="en-US" kern="1200">
              <a:solidFill>
                <a:prstClr val="white"/>
              </a:solidFill>
              <a:latin typeface="Calibri"/>
              <a:ea typeface="+mn-ea"/>
              <a:cs typeface="+mn-cs"/>
            </a:endParaRPr>
          </a:p>
        </p:txBody>
      </p:sp>
      <p:sp>
        <p:nvSpPr>
          <p:cNvPr id="5" name="TextBox 4">
            <a:extLst>
              <a:ext uri="{FF2B5EF4-FFF2-40B4-BE49-F238E27FC236}">
                <a16:creationId xmlns:a16="http://schemas.microsoft.com/office/drawing/2014/main" id="{46A0B73C-CC53-2FD0-413B-0A82F4F32228}"/>
              </a:ext>
            </a:extLst>
          </p:cNvPr>
          <p:cNvSpPr txBox="1"/>
          <p:nvPr/>
        </p:nvSpPr>
        <p:spPr>
          <a:xfrm>
            <a:off x="665480" y="613192"/>
            <a:ext cx="6106160" cy="461665"/>
          </a:xfrm>
          <a:prstGeom prst="rect">
            <a:avLst/>
          </a:prstGeom>
          <a:noFill/>
        </p:spPr>
        <p:txBody>
          <a:bodyPr wrap="square">
            <a:spAutoFit/>
          </a:bodyPr>
          <a:lstStyle/>
          <a:p>
            <a:r>
              <a:rPr lang="en-US" sz="2400" b="1" dirty="0"/>
              <a:t>Customer Lifetime Value (CLV) Evaluation</a:t>
            </a:r>
            <a:endParaRPr lang="en-IN" sz="2400" b="1" dirty="0"/>
          </a:p>
        </p:txBody>
      </p:sp>
      <p:sp>
        <p:nvSpPr>
          <p:cNvPr id="7" name="TextBox 6">
            <a:extLst>
              <a:ext uri="{FF2B5EF4-FFF2-40B4-BE49-F238E27FC236}">
                <a16:creationId xmlns:a16="http://schemas.microsoft.com/office/drawing/2014/main" id="{269E4CF3-1395-557F-4BF1-EFE4F3D300B9}"/>
              </a:ext>
            </a:extLst>
          </p:cNvPr>
          <p:cNvSpPr txBox="1"/>
          <p:nvPr/>
        </p:nvSpPr>
        <p:spPr>
          <a:xfrm>
            <a:off x="736600" y="1056607"/>
            <a:ext cx="6106160" cy="584775"/>
          </a:xfrm>
          <a:prstGeom prst="rect">
            <a:avLst/>
          </a:prstGeom>
          <a:noFill/>
        </p:spPr>
        <p:txBody>
          <a:bodyPr wrap="square">
            <a:spAutoFit/>
          </a:bodyPr>
          <a:lstStyle/>
          <a:p>
            <a:pPr>
              <a:buNone/>
            </a:pPr>
            <a:r>
              <a:rPr lang="en-IN" sz="1800" dirty="0"/>
              <a:t>CLV was estimated as:</a:t>
            </a:r>
          </a:p>
          <a:p>
            <a:pPr>
              <a:buNone/>
            </a:pPr>
            <a:endParaRPr lang="en-IN" dirty="0"/>
          </a:p>
        </p:txBody>
      </p:sp>
      <p:pic>
        <p:nvPicPr>
          <p:cNvPr id="9" name="Picture 8">
            <a:extLst>
              <a:ext uri="{FF2B5EF4-FFF2-40B4-BE49-F238E27FC236}">
                <a16:creationId xmlns:a16="http://schemas.microsoft.com/office/drawing/2014/main" id="{71C2F4BC-FB97-63F1-651E-D32F0D816A13}"/>
              </a:ext>
            </a:extLst>
          </p:cNvPr>
          <p:cNvPicPr>
            <a:picLocks noChangeAspect="1"/>
          </p:cNvPicPr>
          <p:nvPr/>
        </p:nvPicPr>
        <p:blipFill>
          <a:blip r:embed="rId3"/>
          <a:stretch>
            <a:fillRect/>
          </a:stretch>
        </p:blipFill>
        <p:spPr>
          <a:xfrm>
            <a:off x="2316402" y="1538496"/>
            <a:ext cx="5318837" cy="503999"/>
          </a:xfrm>
          <a:prstGeom prst="rect">
            <a:avLst/>
          </a:prstGeom>
        </p:spPr>
      </p:pic>
      <p:sp>
        <p:nvSpPr>
          <p:cNvPr id="11" name="TextBox 10">
            <a:extLst>
              <a:ext uri="{FF2B5EF4-FFF2-40B4-BE49-F238E27FC236}">
                <a16:creationId xmlns:a16="http://schemas.microsoft.com/office/drawing/2014/main" id="{1827DBF4-C845-15B1-7A53-7E3B94E7A14D}"/>
              </a:ext>
            </a:extLst>
          </p:cNvPr>
          <p:cNvSpPr txBox="1"/>
          <p:nvPr/>
        </p:nvSpPr>
        <p:spPr>
          <a:xfrm>
            <a:off x="736600" y="1902392"/>
            <a:ext cx="10388600" cy="1292662"/>
          </a:xfrm>
          <a:prstGeom prst="rect">
            <a:avLst/>
          </a:prstGeom>
          <a:noFill/>
        </p:spPr>
        <p:txBody>
          <a:bodyPr wrap="square">
            <a:spAutoFit/>
          </a:bodyPr>
          <a:lstStyle/>
          <a:p>
            <a:pPr>
              <a:buNone/>
            </a:pPr>
            <a:r>
              <a:rPr lang="en-US" sz="2400" b="1" dirty="0"/>
              <a:t>Results</a:t>
            </a:r>
          </a:p>
          <a:p>
            <a:pPr marL="285750" indent="-285750">
              <a:buFont typeface="Arial" panose="020B0604020202020204" pitchFamily="34" charset="0"/>
              <a:buChar char="•"/>
            </a:pPr>
            <a:r>
              <a:rPr lang="en-US" sz="1800" dirty="0"/>
              <a:t>High-value customers with </a:t>
            </a:r>
            <a:r>
              <a:rPr lang="en-US" sz="1800" b="1" dirty="0"/>
              <a:t>low churn probability</a:t>
            </a:r>
            <a:r>
              <a:rPr lang="en-US" sz="1800" dirty="0"/>
              <a:t> were identified as </a:t>
            </a:r>
            <a:r>
              <a:rPr lang="en-US" sz="1800" b="1" dirty="0"/>
              <a:t>prime retention targets</a:t>
            </a:r>
            <a:r>
              <a:rPr lang="en-US" sz="1800" dirty="0"/>
              <a:t>.</a:t>
            </a:r>
          </a:p>
          <a:p>
            <a:pPr marL="285750" indent="-285750">
              <a:buFont typeface="Arial" panose="020B0604020202020204" pitchFamily="34" charset="0"/>
              <a:buChar char="•"/>
            </a:pPr>
            <a:r>
              <a:rPr lang="en-US" sz="1800" dirty="0"/>
              <a:t>High-CLV but </a:t>
            </a:r>
            <a:r>
              <a:rPr lang="en-US" sz="1800" b="1" dirty="0"/>
              <a:t>high churn probability</a:t>
            </a:r>
            <a:r>
              <a:rPr lang="en-US" sz="1800" dirty="0"/>
              <a:t> customers were flagged as </a:t>
            </a:r>
            <a:r>
              <a:rPr lang="en-US" sz="1800" b="1" dirty="0"/>
              <a:t>critical for intervention</a:t>
            </a:r>
            <a:r>
              <a:rPr lang="en-US" sz="1800" dirty="0"/>
              <a:t>.</a:t>
            </a:r>
          </a:p>
          <a:p>
            <a:pPr marL="285750" indent="-285750">
              <a:buFont typeface="Arial" panose="020B0604020202020204" pitchFamily="34" charset="0"/>
              <a:buChar char="•"/>
            </a:pPr>
            <a:r>
              <a:rPr lang="en-US" sz="1800" dirty="0"/>
              <a:t>Cluster-wise CLV comparison shows Cluster 0 has the highest lifetime revenue potential.</a:t>
            </a:r>
          </a:p>
        </p:txBody>
      </p:sp>
      <p:pic>
        <p:nvPicPr>
          <p:cNvPr id="13" name="Picture 12">
            <a:extLst>
              <a:ext uri="{FF2B5EF4-FFF2-40B4-BE49-F238E27FC236}">
                <a16:creationId xmlns:a16="http://schemas.microsoft.com/office/drawing/2014/main" id="{3999680A-74F0-AD5F-2277-3704124B1C69}"/>
              </a:ext>
            </a:extLst>
          </p:cNvPr>
          <p:cNvPicPr>
            <a:picLocks noChangeAspect="1"/>
          </p:cNvPicPr>
          <p:nvPr/>
        </p:nvPicPr>
        <p:blipFill>
          <a:blip r:embed="rId4"/>
          <a:stretch>
            <a:fillRect/>
          </a:stretch>
        </p:blipFill>
        <p:spPr>
          <a:xfrm>
            <a:off x="736600" y="3195054"/>
            <a:ext cx="10718800" cy="3049755"/>
          </a:xfrm>
          <a:prstGeom prst="rect">
            <a:avLst/>
          </a:prstGeom>
        </p:spPr>
      </p:pic>
    </p:spTree>
    <p:extLst>
      <p:ext uri="{BB962C8B-B14F-4D97-AF65-F5344CB8AC3E}">
        <p14:creationId xmlns:p14="http://schemas.microsoft.com/office/powerpoint/2010/main" val="1361592106"/>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56E3228-2273-642F-1F99-4B62E91898AA}"/>
            </a:ext>
          </a:extLst>
        </p:cNvPr>
        <p:cNvGrpSpPr/>
        <p:nvPr/>
      </p:nvGrpSpPr>
      <p:grpSpPr>
        <a:xfrm>
          <a:off x="0" y="0"/>
          <a:ext cx="0" cy="0"/>
          <a:chOff x="0" y="0"/>
          <a:chExt cx="0" cy="0"/>
        </a:xfrm>
      </p:grpSpPr>
      <p:sp>
        <p:nvSpPr>
          <p:cNvPr id="3" name="Title 2">
            <a:extLst>
              <a:ext uri="{FF2B5EF4-FFF2-40B4-BE49-F238E27FC236}">
                <a16:creationId xmlns:a16="http://schemas.microsoft.com/office/drawing/2014/main" id="{CF065EF6-5C19-2192-D388-CB8BE92C9813}"/>
              </a:ext>
            </a:extLst>
          </p:cNvPr>
          <p:cNvSpPr>
            <a:spLocks noGrp="1"/>
          </p:cNvSpPr>
          <p:nvPr>
            <p:ph type="title"/>
          </p:nvPr>
        </p:nvSpPr>
        <p:spPr>
          <a:xfrm>
            <a:off x="1807190" y="134185"/>
            <a:ext cx="8577617" cy="316081"/>
          </a:xfrm>
        </p:spPr>
        <p:txBody>
          <a:bodyPr/>
          <a:lstStyle/>
          <a:p>
            <a:pPr algn="ctr"/>
            <a:r>
              <a:rPr lang="en-US" dirty="0">
                <a:solidFill>
                  <a:srgbClr val="FF0000"/>
                </a:solidFill>
                <a:cs typeface="Times New Roman" panose="02020603050405020304" pitchFamily="18" charset="0"/>
              </a:rPr>
              <a:t>Results &amp; Evaluation</a:t>
            </a:r>
            <a:endParaRPr lang="en-IN" dirty="0">
              <a:solidFill>
                <a:srgbClr val="FF0000"/>
              </a:solidFill>
              <a:cs typeface="Times New Roman" panose="02020603050405020304" pitchFamily="18" charset="0"/>
            </a:endParaRPr>
          </a:p>
        </p:txBody>
      </p:sp>
      <p:sp>
        <p:nvSpPr>
          <p:cNvPr id="4" name="Slide Number Placeholder 3">
            <a:extLst>
              <a:ext uri="{FF2B5EF4-FFF2-40B4-BE49-F238E27FC236}">
                <a16:creationId xmlns:a16="http://schemas.microsoft.com/office/drawing/2014/main" id="{A5985B59-2342-D68E-9B1C-005382FA57FB}"/>
              </a:ext>
            </a:extLst>
          </p:cNvPr>
          <p:cNvSpPr>
            <a:spLocks noGrp="1"/>
          </p:cNvSpPr>
          <p:nvPr>
            <p:ph type="sldNum" sz="quarter" idx="12"/>
          </p:nvPr>
        </p:nvSpPr>
        <p:spPr/>
        <p:txBody>
          <a:bodyPr/>
          <a:lstStyle/>
          <a:p>
            <a:pPr defTabSz="685800" hangingPunct="1"/>
            <a:fld id="{71766878-3199-4EAB-94E7-2D6D11070E14}" type="slidenum">
              <a:rPr lang="en-US" kern="1200">
                <a:solidFill>
                  <a:prstClr val="white"/>
                </a:solidFill>
                <a:latin typeface="Calibri"/>
                <a:ea typeface="+mn-ea"/>
                <a:cs typeface="+mn-cs"/>
              </a:rPr>
              <a:pPr defTabSz="685800" hangingPunct="1"/>
              <a:t>16</a:t>
            </a:fld>
            <a:endParaRPr lang="en-US" kern="1200">
              <a:solidFill>
                <a:prstClr val="white"/>
              </a:solidFill>
              <a:latin typeface="Calibri"/>
              <a:ea typeface="+mn-ea"/>
              <a:cs typeface="+mn-cs"/>
            </a:endParaRPr>
          </a:p>
        </p:txBody>
      </p:sp>
      <p:sp>
        <p:nvSpPr>
          <p:cNvPr id="5" name="TextBox 4">
            <a:extLst>
              <a:ext uri="{FF2B5EF4-FFF2-40B4-BE49-F238E27FC236}">
                <a16:creationId xmlns:a16="http://schemas.microsoft.com/office/drawing/2014/main" id="{FAB89082-228A-88F9-A60C-32C625C3A3F4}"/>
              </a:ext>
            </a:extLst>
          </p:cNvPr>
          <p:cNvSpPr txBox="1"/>
          <p:nvPr/>
        </p:nvSpPr>
        <p:spPr>
          <a:xfrm>
            <a:off x="665480" y="613192"/>
            <a:ext cx="6106160" cy="461665"/>
          </a:xfrm>
          <a:prstGeom prst="rect">
            <a:avLst/>
          </a:prstGeom>
          <a:noFill/>
        </p:spPr>
        <p:txBody>
          <a:bodyPr wrap="square">
            <a:spAutoFit/>
          </a:bodyPr>
          <a:lstStyle/>
          <a:p>
            <a:r>
              <a:rPr lang="en-IN" sz="2400" b="1" dirty="0"/>
              <a:t>Sales Forecasting Evaluation</a:t>
            </a:r>
          </a:p>
        </p:txBody>
      </p:sp>
      <p:sp>
        <p:nvSpPr>
          <p:cNvPr id="7" name="TextBox 6">
            <a:extLst>
              <a:ext uri="{FF2B5EF4-FFF2-40B4-BE49-F238E27FC236}">
                <a16:creationId xmlns:a16="http://schemas.microsoft.com/office/drawing/2014/main" id="{76850F3B-7E04-3222-C4D3-8141416E690B}"/>
              </a:ext>
            </a:extLst>
          </p:cNvPr>
          <p:cNvSpPr txBox="1"/>
          <p:nvPr/>
        </p:nvSpPr>
        <p:spPr>
          <a:xfrm>
            <a:off x="736600" y="1056607"/>
            <a:ext cx="6106160" cy="369332"/>
          </a:xfrm>
          <a:prstGeom prst="rect">
            <a:avLst/>
          </a:prstGeom>
          <a:noFill/>
        </p:spPr>
        <p:txBody>
          <a:bodyPr wrap="square">
            <a:spAutoFit/>
          </a:bodyPr>
          <a:lstStyle/>
          <a:p>
            <a:r>
              <a:rPr lang="en-US" sz="1800" dirty="0"/>
              <a:t>Using </a:t>
            </a:r>
            <a:r>
              <a:rPr lang="en-US" sz="1800" b="1" dirty="0"/>
              <a:t>ARIMA</a:t>
            </a:r>
            <a:r>
              <a:rPr lang="en-US" sz="1800" dirty="0"/>
              <a:t>, a 6-month sales forecast was generated.</a:t>
            </a:r>
            <a:endParaRPr lang="en-IN" dirty="0"/>
          </a:p>
        </p:txBody>
      </p:sp>
      <p:sp>
        <p:nvSpPr>
          <p:cNvPr id="11" name="TextBox 10">
            <a:extLst>
              <a:ext uri="{FF2B5EF4-FFF2-40B4-BE49-F238E27FC236}">
                <a16:creationId xmlns:a16="http://schemas.microsoft.com/office/drawing/2014/main" id="{6E457E65-4600-FFD6-9B57-0A73AF6FFCBB}"/>
              </a:ext>
            </a:extLst>
          </p:cNvPr>
          <p:cNvSpPr txBox="1"/>
          <p:nvPr/>
        </p:nvSpPr>
        <p:spPr>
          <a:xfrm>
            <a:off x="736600" y="1573050"/>
            <a:ext cx="10388600" cy="1292662"/>
          </a:xfrm>
          <a:prstGeom prst="rect">
            <a:avLst/>
          </a:prstGeom>
          <a:noFill/>
        </p:spPr>
        <p:txBody>
          <a:bodyPr wrap="square">
            <a:spAutoFit/>
          </a:bodyPr>
          <a:lstStyle/>
          <a:p>
            <a:r>
              <a:rPr lang="en-US" sz="2400" b="1" dirty="0"/>
              <a:t>Evaluation Points</a:t>
            </a:r>
          </a:p>
          <a:p>
            <a:r>
              <a:rPr lang="en-US" sz="1800" dirty="0"/>
              <a:t>Monthly sales trend is stable with seasonal fluctuations.</a:t>
            </a:r>
          </a:p>
          <a:p>
            <a:r>
              <a:rPr lang="en-US" sz="1800" dirty="0"/>
              <a:t>Forecast shows </a:t>
            </a:r>
            <a:r>
              <a:rPr lang="en-US" sz="1800" b="1" dirty="0"/>
              <a:t>moderate growth in coming months</a:t>
            </a:r>
            <a:r>
              <a:rPr lang="en-US" sz="1800" dirty="0"/>
              <a:t>.</a:t>
            </a:r>
          </a:p>
          <a:p>
            <a:r>
              <a:rPr lang="en-US" sz="1800" dirty="0"/>
              <a:t>The ARIMA model achieved a good fit after frequency correction (</a:t>
            </a:r>
            <a:r>
              <a:rPr lang="en-US" sz="1800" dirty="0" err="1"/>
              <a:t>asfreq</a:t>
            </a:r>
            <a:r>
              <a:rPr lang="en-US" sz="1800" dirty="0"/>
              <a:t>('M')).</a:t>
            </a:r>
          </a:p>
        </p:txBody>
      </p:sp>
      <p:pic>
        <p:nvPicPr>
          <p:cNvPr id="10" name="Picture 9">
            <a:extLst>
              <a:ext uri="{FF2B5EF4-FFF2-40B4-BE49-F238E27FC236}">
                <a16:creationId xmlns:a16="http://schemas.microsoft.com/office/drawing/2014/main" id="{1310BA0A-9496-93E9-629B-CD69FB825FAC}"/>
              </a:ext>
            </a:extLst>
          </p:cNvPr>
          <p:cNvPicPr>
            <a:picLocks noChangeAspect="1"/>
          </p:cNvPicPr>
          <p:nvPr/>
        </p:nvPicPr>
        <p:blipFill>
          <a:blip r:embed="rId3"/>
          <a:stretch>
            <a:fillRect/>
          </a:stretch>
        </p:blipFill>
        <p:spPr>
          <a:xfrm>
            <a:off x="756557" y="2865712"/>
            <a:ext cx="5174343" cy="3231441"/>
          </a:xfrm>
          <a:prstGeom prst="rect">
            <a:avLst/>
          </a:prstGeom>
        </p:spPr>
      </p:pic>
      <p:pic>
        <p:nvPicPr>
          <p:cNvPr id="14" name="Picture 13">
            <a:extLst>
              <a:ext uri="{FF2B5EF4-FFF2-40B4-BE49-F238E27FC236}">
                <a16:creationId xmlns:a16="http://schemas.microsoft.com/office/drawing/2014/main" id="{99B30C4E-589E-1B60-6A57-A23ED4280092}"/>
              </a:ext>
            </a:extLst>
          </p:cNvPr>
          <p:cNvPicPr>
            <a:picLocks noChangeAspect="1"/>
          </p:cNvPicPr>
          <p:nvPr/>
        </p:nvPicPr>
        <p:blipFill>
          <a:blip r:embed="rId4"/>
          <a:stretch>
            <a:fillRect/>
          </a:stretch>
        </p:blipFill>
        <p:spPr>
          <a:xfrm>
            <a:off x="6643914" y="2932570"/>
            <a:ext cx="5174343" cy="3231441"/>
          </a:xfrm>
          <a:prstGeom prst="rect">
            <a:avLst/>
          </a:prstGeom>
        </p:spPr>
      </p:pic>
    </p:spTree>
    <p:extLst>
      <p:ext uri="{BB962C8B-B14F-4D97-AF65-F5344CB8AC3E}">
        <p14:creationId xmlns:p14="http://schemas.microsoft.com/office/powerpoint/2010/main" val="2606423425"/>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26B30A4-655F-1A67-E4D3-275EE87D91F8}"/>
            </a:ext>
          </a:extLst>
        </p:cNvPr>
        <p:cNvGrpSpPr/>
        <p:nvPr/>
      </p:nvGrpSpPr>
      <p:grpSpPr>
        <a:xfrm>
          <a:off x="0" y="0"/>
          <a:ext cx="0" cy="0"/>
          <a:chOff x="0" y="0"/>
          <a:chExt cx="0" cy="0"/>
        </a:xfrm>
      </p:grpSpPr>
      <p:sp>
        <p:nvSpPr>
          <p:cNvPr id="3" name="Title 2">
            <a:extLst>
              <a:ext uri="{FF2B5EF4-FFF2-40B4-BE49-F238E27FC236}">
                <a16:creationId xmlns:a16="http://schemas.microsoft.com/office/drawing/2014/main" id="{7A20C05E-AA8E-6104-6823-0F222EB23CEE}"/>
              </a:ext>
            </a:extLst>
          </p:cNvPr>
          <p:cNvSpPr>
            <a:spLocks noGrp="1"/>
          </p:cNvSpPr>
          <p:nvPr>
            <p:ph type="title"/>
          </p:nvPr>
        </p:nvSpPr>
        <p:spPr>
          <a:xfrm>
            <a:off x="1807190" y="134185"/>
            <a:ext cx="8577617" cy="316081"/>
          </a:xfrm>
        </p:spPr>
        <p:txBody>
          <a:bodyPr/>
          <a:lstStyle/>
          <a:p>
            <a:pPr algn="ctr"/>
            <a:r>
              <a:rPr lang="en-US" dirty="0">
                <a:solidFill>
                  <a:srgbClr val="FF0000"/>
                </a:solidFill>
                <a:cs typeface="Times New Roman" panose="02020603050405020304" pitchFamily="18" charset="0"/>
              </a:rPr>
              <a:t>Visualizations &amp; Insights</a:t>
            </a:r>
            <a:endParaRPr lang="en-IN" dirty="0">
              <a:solidFill>
                <a:srgbClr val="FF0000"/>
              </a:solidFill>
              <a:cs typeface="Times New Roman" panose="02020603050405020304" pitchFamily="18" charset="0"/>
            </a:endParaRPr>
          </a:p>
        </p:txBody>
      </p:sp>
      <p:sp>
        <p:nvSpPr>
          <p:cNvPr id="4" name="Slide Number Placeholder 3">
            <a:extLst>
              <a:ext uri="{FF2B5EF4-FFF2-40B4-BE49-F238E27FC236}">
                <a16:creationId xmlns:a16="http://schemas.microsoft.com/office/drawing/2014/main" id="{C6D1196D-04F5-D604-6ABA-B76B88DAF3B5}"/>
              </a:ext>
            </a:extLst>
          </p:cNvPr>
          <p:cNvSpPr>
            <a:spLocks noGrp="1"/>
          </p:cNvSpPr>
          <p:nvPr>
            <p:ph type="sldNum" sz="quarter" idx="12"/>
          </p:nvPr>
        </p:nvSpPr>
        <p:spPr/>
        <p:txBody>
          <a:bodyPr/>
          <a:lstStyle/>
          <a:p>
            <a:pPr defTabSz="685800" hangingPunct="1"/>
            <a:fld id="{71766878-3199-4EAB-94E7-2D6D11070E14}" type="slidenum">
              <a:rPr lang="en-US" kern="1200">
                <a:solidFill>
                  <a:prstClr val="white"/>
                </a:solidFill>
                <a:latin typeface="Calibri"/>
                <a:ea typeface="+mn-ea"/>
                <a:cs typeface="+mn-cs"/>
              </a:rPr>
              <a:pPr defTabSz="685800" hangingPunct="1"/>
              <a:t>17</a:t>
            </a:fld>
            <a:endParaRPr lang="en-US" kern="1200">
              <a:solidFill>
                <a:prstClr val="white"/>
              </a:solidFill>
              <a:latin typeface="Calibri"/>
              <a:ea typeface="+mn-ea"/>
              <a:cs typeface="+mn-cs"/>
            </a:endParaRPr>
          </a:p>
        </p:txBody>
      </p:sp>
      <p:pic>
        <p:nvPicPr>
          <p:cNvPr id="5" name="Picture 4">
            <a:extLst>
              <a:ext uri="{FF2B5EF4-FFF2-40B4-BE49-F238E27FC236}">
                <a16:creationId xmlns:a16="http://schemas.microsoft.com/office/drawing/2014/main" id="{FCF589B3-8D28-5289-5E7C-583458390909}"/>
              </a:ext>
            </a:extLst>
          </p:cNvPr>
          <p:cNvPicPr>
            <a:picLocks noChangeAspect="1"/>
          </p:cNvPicPr>
          <p:nvPr/>
        </p:nvPicPr>
        <p:blipFill>
          <a:blip r:embed="rId3"/>
          <a:stretch>
            <a:fillRect/>
          </a:stretch>
        </p:blipFill>
        <p:spPr>
          <a:xfrm>
            <a:off x="2606493" y="732894"/>
            <a:ext cx="6979009" cy="2619906"/>
          </a:xfrm>
          <a:prstGeom prst="rect">
            <a:avLst/>
          </a:prstGeom>
        </p:spPr>
      </p:pic>
      <p:pic>
        <p:nvPicPr>
          <p:cNvPr id="8" name="Picture 7">
            <a:extLst>
              <a:ext uri="{FF2B5EF4-FFF2-40B4-BE49-F238E27FC236}">
                <a16:creationId xmlns:a16="http://schemas.microsoft.com/office/drawing/2014/main" id="{04A10F41-E701-3A47-57B7-7D3840A99804}"/>
              </a:ext>
            </a:extLst>
          </p:cNvPr>
          <p:cNvPicPr>
            <a:picLocks noChangeAspect="1"/>
          </p:cNvPicPr>
          <p:nvPr/>
        </p:nvPicPr>
        <p:blipFill>
          <a:blip r:embed="rId4"/>
          <a:stretch>
            <a:fillRect/>
          </a:stretch>
        </p:blipFill>
        <p:spPr>
          <a:xfrm>
            <a:off x="3600318" y="3613465"/>
            <a:ext cx="4991357" cy="2216264"/>
          </a:xfrm>
          <a:prstGeom prst="rect">
            <a:avLst/>
          </a:prstGeom>
        </p:spPr>
      </p:pic>
    </p:spTree>
    <p:extLst>
      <p:ext uri="{BB962C8B-B14F-4D97-AF65-F5344CB8AC3E}">
        <p14:creationId xmlns:p14="http://schemas.microsoft.com/office/powerpoint/2010/main" val="1210896906"/>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498926F-47BD-32D8-B3BE-CED370F0495C}"/>
            </a:ext>
          </a:extLst>
        </p:cNvPr>
        <p:cNvGrpSpPr/>
        <p:nvPr/>
      </p:nvGrpSpPr>
      <p:grpSpPr>
        <a:xfrm>
          <a:off x="0" y="0"/>
          <a:ext cx="0" cy="0"/>
          <a:chOff x="0" y="0"/>
          <a:chExt cx="0" cy="0"/>
        </a:xfrm>
      </p:grpSpPr>
      <p:sp>
        <p:nvSpPr>
          <p:cNvPr id="3" name="Title 2">
            <a:extLst>
              <a:ext uri="{FF2B5EF4-FFF2-40B4-BE49-F238E27FC236}">
                <a16:creationId xmlns:a16="http://schemas.microsoft.com/office/drawing/2014/main" id="{6A54955A-C0C8-307D-E93D-4DB825C20391}"/>
              </a:ext>
            </a:extLst>
          </p:cNvPr>
          <p:cNvSpPr>
            <a:spLocks noGrp="1"/>
          </p:cNvSpPr>
          <p:nvPr>
            <p:ph type="title"/>
          </p:nvPr>
        </p:nvSpPr>
        <p:spPr>
          <a:xfrm>
            <a:off x="1807190" y="134185"/>
            <a:ext cx="8577617" cy="316081"/>
          </a:xfrm>
        </p:spPr>
        <p:txBody>
          <a:bodyPr/>
          <a:lstStyle/>
          <a:p>
            <a:pPr algn="ctr"/>
            <a:r>
              <a:rPr lang="en-US" dirty="0">
                <a:solidFill>
                  <a:srgbClr val="FF0000"/>
                </a:solidFill>
                <a:cs typeface="Times New Roman" panose="02020603050405020304" pitchFamily="18" charset="0"/>
              </a:rPr>
              <a:t>Visualizations &amp; Insights</a:t>
            </a:r>
            <a:endParaRPr lang="en-IN" dirty="0">
              <a:solidFill>
                <a:srgbClr val="FF0000"/>
              </a:solidFill>
              <a:cs typeface="Times New Roman" panose="02020603050405020304" pitchFamily="18" charset="0"/>
            </a:endParaRPr>
          </a:p>
        </p:txBody>
      </p:sp>
      <p:sp>
        <p:nvSpPr>
          <p:cNvPr id="4" name="Slide Number Placeholder 3">
            <a:extLst>
              <a:ext uri="{FF2B5EF4-FFF2-40B4-BE49-F238E27FC236}">
                <a16:creationId xmlns:a16="http://schemas.microsoft.com/office/drawing/2014/main" id="{E0F411E4-F3F3-BB91-5E2F-2173A6E3F55A}"/>
              </a:ext>
            </a:extLst>
          </p:cNvPr>
          <p:cNvSpPr>
            <a:spLocks noGrp="1"/>
          </p:cNvSpPr>
          <p:nvPr>
            <p:ph type="sldNum" sz="quarter" idx="12"/>
          </p:nvPr>
        </p:nvSpPr>
        <p:spPr/>
        <p:txBody>
          <a:bodyPr/>
          <a:lstStyle/>
          <a:p>
            <a:pPr defTabSz="685800" hangingPunct="1"/>
            <a:fld id="{71766878-3199-4EAB-94E7-2D6D11070E14}" type="slidenum">
              <a:rPr lang="en-US" kern="1200">
                <a:solidFill>
                  <a:prstClr val="white"/>
                </a:solidFill>
                <a:latin typeface="Calibri"/>
                <a:ea typeface="+mn-ea"/>
                <a:cs typeface="+mn-cs"/>
              </a:rPr>
              <a:pPr defTabSz="685800" hangingPunct="1"/>
              <a:t>18</a:t>
            </a:fld>
            <a:endParaRPr lang="en-US" kern="1200">
              <a:solidFill>
                <a:prstClr val="white"/>
              </a:solidFill>
              <a:latin typeface="Calibri"/>
              <a:ea typeface="+mn-ea"/>
              <a:cs typeface="+mn-cs"/>
            </a:endParaRPr>
          </a:p>
        </p:txBody>
      </p:sp>
      <p:pic>
        <p:nvPicPr>
          <p:cNvPr id="6" name="Picture 5">
            <a:extLst>
              <a:ext uri="{FF2B5EF4-FFF2-40B4-BE49-F238E27FC236}">
                <a16:creationId xmlns:a16="http://schemas.microsoft.com/office/drawing/2014/main" id="{429E9DE9-18CA-752D-EB8D-E2757FEE1436}"/>
              </a:ext>
            </a:extLst>
          </p:cNvPr>
          <p:cNvPicPr>
            <a:picLocks noChangeAspect="1"/>
          </p:cNvPicPr>
          <p:nvPr/>
        </p:nvPicPr>
        <p:blipFill>
          <a:blip r:embed="rId3"/>
          <a:stretch>
            <a:fillRect/>
          </a:stretch>
        </p:blipFill>
        <p:spPr>
          <a:xfrm>
            <a:off x="2372462" y="682417"/>
            <a:ext cx="6597989" cy="2376864"/>
          </a:xfrm>
          <a:prstGeom prst="rect">
            <a:avLst/>
          </a:prstGeom>
        </p:spPr>
      </p:pic>
      <p:pic>
        <p:nvPicPr>
          <p:cNvPr id="9" name="Picture 8">
            <a:extLst>
              <a:ext uri="{FF2B5EF4-FFF2-40B4-BE49-F238E27FC236}">
                <a16:creationId xmlns:a16="http://schemas.microsoft.com/office/drawing/2014/main" id="{31B9A553-4647-77F5-7566-AC988D51C78E}"/>
              </a:ext>
            </a:extLst>
          </p:cNvPr>
          <p:cNvPicPr>
            <a:picLocks noChangeAspect="1"/>
          </p:cNvPicPr>
          <p:nvPr/>
        </p:nvPicPr>
        <p:blipFill>
          <a:blip r:embed="rId4"/>
          <a:stretch>
            <a:fillRect/>
          </a:stretch>
        </p:blipFill>
        <p:spPr>
          <a:xfrm>
            <a:off x="1176778" y="3291432"/>
            <a:ext cx="9315929" cy="3039668"/>
          </a:xfrm>
          <a:prstGeom prst="rect">
            <a:avLst/>
          </a:prstGeom>
        </p:spPr>
      </p:pic>
    </p:spTree>
    <p:extLst>
      <p:ext uri="{BB962C8B-B14F-4D97-AF65-F5344CB8AC3E}">
        <p14:creationId xmlns:p14="http://schemas.microsoft.com/office/powerpoint/2010/main" val="2984928950"/>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5BBAF54-9387-A299-0A86-905179CD93A6}"/>
            </a:ext>
          </a:extLst>
        </p:cNvPr>
        <p:cNvGrpSpPr/>
        <p:nvPr/>
      </p:nvGrpSpPr>
      <p:grpSpPr>
        <a:xfrm>
          <a:off x="0" y="0"/>
          <a:ext cx="0" cy="0"/>
          <a:chOff x="0" y="0"/>
          <a:chExt cx="0" cy="0"/>
        </a:xfrm>
      </p:grpSpPr>
      <p:sp>
        <p:nvSpPr>
          <p:cNvPr id="3" name="Title 2">
            <a:extLst>
              <a:ext uri="{FF2B5EF4-FFF2-40B4-BE49-F238E27FC236}">
                <a16:creationId xmlns:a16="http://schemas.microsoft.com/office/drawing/2014/main" id="{5E2C4F8F-89BD-0520-CE90-31061130BF1C}"/>
              </a:ext>
            </a:extLst>
          </p:cNvPr>
          <p:cNvSpPr>
            <a:spLocks noGrp="1"/>
          </p:cNvSpPr>
          <p:nvPr>
            <p:ph type="title"/>
          </p:nvPr>
        </p:nvSpPr>
        <p:spPr>
          <a:xfrm>
            <a:off x="1807190" y="134185"/>
            <a:ext cx="8577617" cy="316081"/>
          </a:xfrm>
        </p:spPr>
        <p:txBody>
          <a:bodyPr/>
          <a:lstStyle/>
          <a:p>
            <a:pPr algn="ctr"/>
            <a:r>
              <a:rPr lang="en-US" dirty="0">
                <a:solidFill>
                  <a:srgbClr val="FF0000"/>
                </a:solidFill>
                <a:cs typeface="Times New Roman" panose="02020603050405020304" pitchFamily="18" charset="0"/>
              </a:rPr>
              <a:t>Visualizations &amp; Insights</a:t>
            </a:r>
            <a:endParaRPr lang="en-IN" dirty="0">
              <a:solidFill>
                <a:srgbClr val="FF0000"/>
              </a:solidFill>
              <a:cs typeface="Times New Roman" panose="02020603050405020304" pitchFamily="18" charset="0"/>
            </a:endParaRPr>
          </a:p>
        </p:txBody>
      </p:sp>
      <p:sp>
        <p:nvSpPr>
          <p:cNvPr id="4" name="Slide Number Placeholder 3">
            <a:extLst>
              <a:ext uri="{FF2B5EF4-FFF2-40B4-BE49-F238E27FC236}">
                <a16:creationId xmlns:a16="http://schemas.microsoft.com/office/drawing/2014/main" id="{43D84D5A-8274-64A7-21A1-6407D98F852D}"/>
              </a:ext>
            </a:extLst>
          </p:cNvPr>
          <p:cNvSpPr>
            <a:spLocks noGrp="1"/>
          </p:cNvSpPr>
          <p:nvPr>
            <p:ph type="sldNum" sz="quarter" idx="12"/>
          </p:nvPr>
        </p:nvSpPr>
        <p:spPr/>
        <p:txBody>
          <a:bodyPr/>
          <a:lstStyle/>
          <a:p>
            <a:pPr defTabSz="685800" hangingPunct="1"/>
            <a:fld id="{71766878-3199-4EAB-94E7-2D6D11070E14}" type="slidenum">
              <a:rPr lang="en-US" kern="1200">
                <a:solidFill>
                  <a:prstClr val="white"/>
                </a:solidFill>
                <a:latin typeface="Calibri"/>
                <a:ea typeface="+mn-ea"/>
                <a:cs typeface="+mn-cs"/>
              </a:rPr>
              <a:pPr defTabSz="685800" hangingPunct="1"/>
              <a:t>19</a:t>
            </a:fld>
            <a:endParaRPr lang="en-US" kern="1200">
              <a:solidFill>
                <a:prstClr val="white"/>
              </a:solidFill>
              <a:latin typeface="Calibri"/>
              <a:ea typeface="+mn-ea"/>
              <a:cs typeface="+mn-cs"/>
            </a:endParaRPr>
          </a:p>
        </p:txBody>
      </p:sp>
      <p:pic>
        <p:nvPicPr>
          <p:cNvPr id="8" name="Picture 7">
            <a:extLst>
              <a:ext uri="{FF2B5EF4-FFF2-40B4-BE49-F238E27FC236}">
                <a16:creationId xmlns:a16="http://schemas.microsoft.com/office/drawing/2014/main" id="{C2AB7442-B618-DA52-0E7D-4994CB98CFE6}"/>
              </a:ext>
            </a:extLst>
          </p:cNvPr>
          <p:cNvPicPr>
            <a:picLocks noChangeAspect="1"/>
          </p:cNvPicPr>
          <p:nvPr/>
        </p:nvPicPr>
        <p:blipFill>
          <a:blip r:embed="rId3"/>
          <a:stretch>
            <a:fillRect/>
          </a:stretch>
        </p:blipFill>
        <p:spPr>
          <a:xfrm>
            <a:off x="7947956" y="134185"/>
            <a:ext cx="3601771" cy="2952903"/>
          </a:xfrm>
          <a:prstGeom prst="rect">
            <a:avLst/>
          </a:prstGeom>
        </p:spPr>
      </p:pic>
      <p:pic>
        <p:nvPicPr>
          <p:cNvPr id="11" name="Picture 10">
            <a:extLst>
              <a:ext uri="{FF2B5EF4-FFF2-40B4-BE49-F238E27FC236}">
                <a16:creationId xmlns:a16="http://schemas.microsoft.com/office/drawing/2014/main" id="{78D3409F-7D58-0620-140B-1F408288DBAF}"/>
              </a:ext>
            </a:extLst>
          </p:cNvPr>
          <p:cNvPicPr>
            <a:picLocks noChangeAspect="1"/>
          </p:cNvPicPr>
          <p:nvPr/>
        </p:nvPicPr>
        <p:blipFill>
          <a:blip r:embed="rId4"/>
          <a:stretch>
            <a:fillRect/>
          </a:stretch>
        </p:blipFill>
        <p:spPr>
          <a:xfrm>
            <a:off x="623219" y="444398"/>
            <a:ext cx="6159817" cy="2799632"/>
          </a:xfrm>
          <a:prstGeom prst="rect">
            <a:avLst/>
          </a:prstGeom>
        </p:spPr>
      </p:pic>
      <p:pic>
        <p:nvPicPr>
          <p:cNvPr id="15" name="Picture 14">
            <a:extLst>
              <a:ext uri="{FF2B5EF4-FFF2-40B4-BE49-F238E27FC236}">
                <a16:creationId xmlns:a16="http://schemas.microsoft.com/office/drawing/2014/main" id="{5C0F6801-5FAF-07DC-49F5-F75C0E8BA18D}"/>
              </a:ext>
            </a:extLst>
          </p:cNvPr>
          <p:cNvPicPr>
            <a:picLocks noChangeAspect="1"/>
          </p:cNvPicPr>
          <p:nvPr/>
        </p:nvPicPr>
        <p:blipFill>
          <a:blip r:embed="rId5"/>
          <a:stretch>
            <a:fillRect/>
          </a:stretch>
        </p:blipFill>
        <p:spPr>
          <a:xfrm>
            <a:off x="1986418" y="3384941"/>
            <a:ext cx="8763450" cy="2952902"/>
          </a:xfrm>
          <a:prstGeom prst="rect">
            <a:avLst/>
          </a:prstGeom>
        </p:spPr>
      </p:pic>
    </p:spTree>
    <p:extLst>
      <p:ext uri="{BB962C8B-B14F-4D97-AF65-F5344CB8AC3E}">
        <p14:creationId xmlns:p14="http://schemas.microsoft.com/office/powerpoint/2010/main" val="3190886211"/>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4C63B0B-7CD5-BBC5-CE11-8C339718703A}"/>
            </a:ext>
          </a:extLst>
        </p:cNvPr>
        <p:cNvGrpSpPr/>
        <p:nvPr/>
      </p:nvGrpSpPr>
      <p:grpSpPr>
        <a:xfrm>
          <a:off x="0" y="0"/>
          <a:ext cx="0" cy="0"/>
          <a:chOff x="0" y="0"/>
          <a:chExt cx="0" cy="0"/>
        </a:xfrm>
      </p:grpSpPr>
      <p:sp>
        <p:nvSpPr>
          <p:cNvPr id="3" name="Title 2">
            <a:extLst>
              <a:ext uri="{FF2B5EF4-FFF2-40B4-BE49-F238E27FC236}">
                <a16:creationId xmlns:a16="http://schemas.microsoft.com/office/drawing/2014/main" id="{29F525F4-08DF-29BA-F2EA-A86A9E7BEA46}"/>
              </a:ext>
            </a:extLst>
          </p:cNvPr>
          <p:cNvSpPr>
            <a:spLocks noGrp="1"/>
          </p:cNvSpPr>
          <p:nvPr>
            <p:ph type="title"/>
          </p:nvPr>
        </p:nvSpPr>
        <p:spPr>
          <a:xfrm>
            <a:off x="1807190" y="134185"/>
            <a:ext cx="8577617" cy="316081"/>
          </a:xfrm>
        </p:spPr>
        <p:txBody>
          <a:bodyPr/>
          <a:lstStyle/>
          <a:p>
            <a:pPr algn="ctr"/>
            <a:r>
              <a:rPr lang="en-US" dirty="0">
                <a:solidFill>
                  <a:srgbClr val="FF0000"/>
                </a:solidFill>
                <a:cs typeface="Times New Roman" panose="02020603050405020304" pitchFamily="18" charset="0"/>
              </a:rPr>
              <a:t>Visualizations &amp; Insights</a:t>
            </a:r>
            <a:endParaRPr lang="en-IN" dirty="0">
              <a:solidFill>
                <a:srgbClr val="FF0000"/>
              </a:solidFill>
              <a:cs typeface="Times New Roman" panose="02020603050405020304" pitchFamily="18" charset="0"/>
            </a:endParaRPr>
          </a:p>
        </p:txBody>
      </p:sp>
      <p:sp>
        <p:nvSpPr>
          <p:cNvPr id="4" name="Slide Number Placeholder 3">
            <a:extLst>
              <a:ext uri="{FF2B5EF4-FFF2-40B4-BE49-F238E27FC236}">
                <a16:creationId xmlns:a16="http://schemas.microsoft.com/office/drawing/2014/main" id="{15925F7F-5F77-B4D1-83D9-8D249AF4D8FE}"/>
              </a:ext>
            </a:extLst>
          </p:cNvPr>
          <p:cNvSpPr>
            <a:spLocks noGrp="1"/>
          </p:cNvSpPr>
          <p:nvPr>
            <p:ph type="sldNum" sz="quarter" idx="12"/>
          </p:nvPr>
        </p:nvSpPr>
        <p:spPr/>
        <p:txBody>
          <a:bodyPr/>
          <a:lstStyle/>
          <a:p>
            <a:pPr defTabSz="685800" hangingPunct="1"/>
            <a:fld id="{71766878-3199-4EAB-94E7-2D6D11070E14}" type="slidenum">
              <a:rPr lang="en-US" kern="1200">
                <a:solidFill>
                  <a:prstClr val="white"/>
                </a:solidFill>
                <a:latin typeface="Calibri"/>
                <a:ea typeface="+mn-ea"/>
                <a:cs typeface="+mn-cs"/>
              </a:rPr>
              <a:pPr defTabSz="685800" hangingPunct="1"/>
              <a:t>20</a:t>
            </a:fld>
            <a:endParaRPr lang="en-US" kern="1200">
              <a:solidFill>
                <a:prstClr val="white"/>
              </a:solidFill>
              <a:latin typeface="Calibri"/>
              <a:ea typeface="+mn-ea"/>
              <a:cs typeface="+mn-cs"/>
            </a:endParaRPr>
          </a:p>
        </p:txBody>
      </p:sp>
      <p:pic>
        <p:nvPicPr>
          <p:cNvPr id="13" name="Picture 12">
            <a:extLst>
              <a:ext uri="{FF2B5EF4-FFF2-40B4-BE49-F238E27FC236}">
                <a16:creationId xmlns:a16="http://schemas.microsoft.com/office/drawing/2014/main" id="{866301AE-1AD1-6A2A-4B52-C82F476B2A2C}"/>
              </a:ext>
            </a:extLst>
          </p:cNvPr>
          <p:cNvPicPr>
            <a:picLocks noChangeAspect="1"/>
          </p:cNvPicPr>
          <p:nvPr/>
        </p:nvPicPr>
        <p:blipFill>
          <a:blip r:embed="rId3"/>
          <a:stretch>
            <a:fillRect/>
          </a:stretch>
        </p:blipFill>
        <p:spPr>
          <a:xfrm>
            <a:off x="346256" y="1143000"/>
            <a:ext cx="6140766" cy="4550229"/>
          </a:xfrm>
          <a:prstGeom prst="rect">
            <a:avLst/>
          </a:prstGeom>
        </p:spPr>
      </p:pic>
      <p:pic>
        <p:nvPicPr>
          <p:cNvPr id="5" name="Picture 4">
            <a:extLst>
              <a:ext uri="{FF2B5EF4-FFF2-40B4-BE49-F238E27FC236}">
                <a16:creationId xmlns:a16="http://schemas.microsoft.com/office/drawing/2014/main" id="{E90EA135-ECEC-0AF2-4186-57B3B5EE24DF}"/>
              </a:ext>
            </a:extLst>
          </p:cNvPr>
          <p:cNvPicPr>
            <a:picLocks noChangeAspect="1"/>
          </p:cNvPicPr>
          <p:nvPr/>
        </p:nvPicPr>
        <p:blipFill>
          <a:blip r:embed="rId4"/>
          <a:stretch>
            <a:fillRect/>
          </a:stretch>
        </p:blipFill>
        <p:spPr>
          <a:xfrm>
            <a:off x="6760029" y="1393372"/>
            <a:ext cx="5225141" cy="4299857"/>
          </a:xfrm>
          <a:prstGeom prst="rect">
            <a:avLst/>
          </a:prstGeom>
        </p:spPr>
      </p:pic>
    </p:spTree>
    <p:extLst>
      <p:ext uri="{BB962C8B-B14F-4D97-AF65-F5344CB8AC3E}">
        <p14:creationId xmlns:p14="http://schemas.microsoft.com/office/powerpoint/2010/main" val="2042347945"/>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43B6C75-E26F-1270-9F14-4A0D9E2798E5}"/>
            </a:ext>
          </a:extLst>
        </p:cNvPr>
        <p:cNvGrpSpPr/>
        <p:nvPr/>
      </p:nvGrpSpPr>
      <p:grpSpPr>
        <a:xfrm>
          <a:off x="0" y="0"/>
          <a:ext cx="0" cy="0"/>
          <a:chOff x="0" y="0"/>
          <a:chExt cx="0" cy="0"/>
        </a:xfrm>
      </p:grpSpPr>
      <p:sp>
        <p:nvSpPr>
          <p:cNvPr id="3" name="Title 2">
            <a:extLst>
              <a:ext uri="{FF2B5EF4-FFF2-40B4-BE49-F238E27FC236}">
                <a16:creationId xmlns:a16="http://schemas.microsoft.com/office/drawing/2014/main" id="{6C1D02B3-34B4-1313-F46F-E625783C1C2D}"/>
              </a:ext>
            </a:extLst>
          </p:cNvPr>
          <p:cNvSpPr>
            <a:spLocks noGrp="1"/>
          </p:cNvSpPr>
          <p:nvPr>
            <p:ph type="title"/>
          </p:nvPr>
        </p:nvSpPr>
        <p:spPr>
          <a:xfrm>
            <a:off x="1807190" y="134185"/>
            <a:ext cx="8577617" cy="316081"/>
          </a:xfrm>
        </p:spPr>
        <p:txBody>
          <a:bodyPr/>
          <a:lstStyle/>
          <a:p>
            <a:pPr algn="ctr"/>
            <a:r>
              <a:rPr lang="en-US" dirty="0">
                <a:solidFill>
                  <a:srgbClr val="FF0000"/>
                </a:solidFill>
                <a:cs typeface="Times New Roman" panose="02020603050405020304" pitchFamily="18" charset="0"/>
              </a:rPr>
              <a:t>Visualizations &amp; Insights</a:t>
            </a:r>
            <a:endParaRPr lang="en-IN" dirty="0">
              <a:solidFill>
                <a:srgbClr val="FF0000"/>
              </a:solidFill>
              <a:cs typeface="Times New Roman" panose="02020603050405020304" pitchFamily="18" charset="0"/>
            </a:endParaRPr>
          </a:p>
        </p:txBody>
      </p:sp>
      <p:sp>
        <p:nvSpPr>
          <p:cNvPr id="4" name="Slide Number Placeholder 3">
            <a:extLst>
              <a:ext uri="{FF2B5EF4-FFF2-40B4-BE49-F238E27FC236}">
                <a16:creationId xmlns:a16="http://schemas.microsoft.com/office/drawing/2014/main" id="{D57F99E9-A6A6-0CF1-25CF-DCB376CF95EE}"/>
              </a:ext>
            </a:extLst>
          </p:cNvPr>
          <p:cNvSpPr>
            <a:spLocks noGrp="1"/>
          </p:cNvSpPr>
          <p:nvPr>
            <p:ph type="sldNum" sz="quarter" idx="12"/>
          </p:nvPr>
        </p:nvSpPr>
        <p:spPr/>
        <p:txBody>
          <a:bodyPr/>
          <a:lstStyle/>
          <a:p>
            <a:pPr defTabSz="685800" hangingPunct="1"/>
            <a:fld id="{71766878-3199-4EAB-94E7-2D6D11070E14}" type="slidenum">
              <a:rPr lang="en-US" kern="1200">
                <a:solidFill>
                  <a:prstClr val="white"/>
                </a:solidFill>
                <a:latin typeface="Calibri"/>
                <a:ea typeface="+mn-ea"/>
                <a:cs typeface="+mn-cs"/>
              </a:rPr>
              <a:pPr defTabSz="685800" hangingPunct="1"/>
              <a:t>21</a:t>
            </a:fld>
            <a:endParaRPr lang="en-US" kern="1200">
              <a:solidFill>
                <a:prstClr val="white"/>
              </a:solidFill>
              <a:latin typeface="Calibri"/>
              <a:ea typeface="+mn-ea"/>
              <a:cs typeface="+mn-cs"/>
            </a:endParaRPr>
          </a:p>
        </p:txBody>
      </p:sp>
      <p:pic>
        <p:nvPicPr>
          <p:cNvPr id="6" name="Picture 5">
            <a:extLst>
              <a:ext uri="{FF2B5EF4-FFF2-40B4-BE49-F238E27FC236}">
                <a16:creationId xmlns:a16="http://schemas.microsoft.com/office/drawing/2014/main" id="{B430C629-3575-B83B-977C-ACFDE6B6C456}"/>
              </a:ext>
            </a:extLst>
          </p:cNvPr>
          <p:cNvPicPr>
            <a:picLocks noChangeAspect="1"/>
          </p:cNvPicPr>
          <p:nvPr/>
        </p:nvPicPr>
        <p:blipFill>
          <a:blip r:embed="rId3"/>
          <a:stretch>
            <a:fillRect/>
          </a:stretch>
        </p:blipFill>
        <p:spPr>
          <a:xfrm>
            <a:off x="1720105" y="947057"/>
            <a:ext cx="8981321" cy="4365172"/>
          </a:xfrm>
          <a:prstGeom prst="rect">
            <a:avLst/>
          </a:prstGeom>
        </p:spPr>
      </p:pic>
    </p:spTree>
    <p:extLst>
      <p:ext uri="{BB962C8B-B14F-4D97-AF65-F5344CB8AC3E}">
        <p14:creationId xmlns:p14="http://schemas.microsoft.com/office/powerpoint/2010/main" val="35244564"/>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D211586-F211-823A-E3DF-E23843319DD7}"/>
            </a:ext>
          </a:extLst>
        </p:cNvPr>
        <p:cNvGrpSpPr/>
        <p:nvPr/>
      </p:nvGrpSpPr>
      <p:grpSpPr>
        <a:xfrm>
          <a:off x="0" y="0"/>
          <a:ext cx="0" cy="0"/>
          <a:chOff x="0" y="0"/>
          <a:chExt cx="0" cy="0"/>
        </a:xfrm>
      </p:grpSpPr>
      <p:sp>
        <p:nvSpPr>
          <p:cNvPr id="3" name="Title 2">
            <a:extLst>
              <a:ext uri="{FF2B5EF4-FFF2-40B4-BE49-F238E27FC236}">
                <a16:creationId xmlns:a16="http://schemas.microsoft.com/office/drawing/2014/main" id="{ECCF6339-4EDE-CFB5-02B8-868924785382}"/>
              </a:ext>
            </a:extLst>
          </p:cNvPr>
          <p:cNvSpPr>
            <a:spLocks noGrp="1"/>
          </p:cNvSpPr>
          <p:nvPr>
            <p:ph type="title"/>
          </p:nvPr>
        </p:nvSpPr>
        <p:spPr>
          <a:xfrm>
            <a:off x="1807190" y="134185"/>
            <a:ext cx="8577617" cy="316081"/>
          </a:xfrm>
        </p:spPr>
        <p:txBody>
          <a:bodyPr/>
          <a:lstStyle/>
          <a:p>
            <a:pPr algn="ctr"/>
            <a:r>
              <a:rPr lang="en-US" dirty="0">
                <a:solidFill>
                  <a:srgbClr val="FF0000"/>
                </a:solidFill>
                <a:cs typeface="Times New Roman" panose="02020603050405020304" pitchFamily="18" charset="0"/>
              </a:rPr>
              <a:t>Visualizations &amp; Insights</a:t>
            </a:r>
            <a:endParaRPr lang="en-IN" dirty="0">
              <a:solidFill>
                <a:srgbClr val="FF0000"/>
              </a:solidFill>
              <a:cs typeface="Times New Roman" panose="02020603050405020304" pitchFamily="18" charset="0"/>
            </a:endParaRPr>
          </a:p>
        </p:txBody>
      </p:sp>
      <p:sp>
        <p:nvSpPr>
          <p:cNvPr id="4" name="Slide Number Placeholder 3">
            <a:extLst>
              <a:ext uri="{FF2B5EF4-FFF2-40B4-BE49-F238E27FC236}">
                <a16:creationId xmlns:a16="http://schemas.microsoft.com/office/drawing/2014/main" id="{6710D3B4-47E9-5E2B-F163-59EC878B8CC0}"/>
              </a:ext>
            </a:extLst>
          </p:cNvPr>
          <p:cNvSpPr>
            <a:spLocks noGrp="1"/>
          </p:cNvSpPr>
          <p:nvPr>
            <p:ph type="sldNum" sz="quarter" idx="12"/>
          </p:nvPr>
        </p:nvSpPr>
        <p:spPr/>
        <p:txBody>
          <a:bodyPr/>
          <a:lstStyle/>
          <a:p>
            <a:pPr defTabSz="685800" hangingPunct="1"/>
            <a:fld id="{71766878-3199-4EAB-94E7-2D6D11070E14}" type="slidenum">
              <a:rPr lang="en-US" kern="1200">
                <a:solidFill>
                  <a:prstClr val="white"/>
                </a:solidFill>
                <a:latin typeface="Calibri"/>
                <a:ea typeface="+mn-ea"/>
                <a:cs typeface="+mn-cs"/>
              </a:rPr>
              <a:pPr defTabSz="685800" hangingPunct="1"/>
              <a:t>22</a:t>
            </a:fld>
            <a:endParaRPr lang="en-US" kern="1200">
              <a:solidFill>
                <a:prstClr val="white"/>
              </a:solidFill>
              <a:latin typeface="Calibri"/>
              <a:ea typeface="+mn-ea"/>
              <a:cs typeface="+mn-cs"/>
            </a:endParaRPr>
          </a:p>
        </p:txBody>
      </p:sp>
      <p:pic>
        <p:nvPicPr>
          <p:cNvPr id="5" name="Picture 4">
            <a:extLst>
              <a:ext uri="{FF2B5EF4-FFF2-40B4-BE49-F238E27FC236}">
                <a16:creationId xmlns:a16="http://schemas.microsoft.com/office/drawing/2014/main" id="{EEB2C8FA-172F-F6CD-19CE-837CEB90C732}"/>
              </a:ext>
            </a:extLst>
          </p:cNvPr>
          <p:cNvPicPr>
            <a:picLocks noChangeAspect="1"/>
          </p:cNvPicPr>
          <p:nvPr/>
        </p:nvPicPr>
        <p:blipFill>
          <a:blip r:embed="rId3"/>
          <a:srcRect t="551"/>
          <a:stretch>
            <a:fillRect/>
          </a:stretch>
        </p:blipFill>
        <p:spPr>
          <a:xfrm>
            <a:off x="874646" y="674914"/>
            <a:ext cx="4153113" cy="2547328"/>
          </a:xfrm>
          <a:prstGeom prst="rect">
            <a:avLst/>
          </a:prstGeom>
        </p:spPr>
      </p:pic>
      <p:pic>
        <p:nvPicPr>
          <p:cNvPr id="9" name="Picture 8">
            <a:extLst>
              <a:ext uri="{FF2B5EF4-FFF2-40B4-BE49-F238E27FC236}">
                <a16:creationId xmlns:a16="http://schemas.microsoft.com/office/drawing/2014/main" id="{1F9254D5-FF8B-DCE0-3420-2583F031AC60}"/>
              </a:ext>
            </a:extLst>
          </p:cNvPr>
          <p:cNvPicPr>
            <a:picLocks noChangeAspect="1"/>
          </p:cNvPicPr>
          <p:nvPr/>
        </p:nvPicPr>
        <p:blipFill>
          <a:blip r:embed="rId4"/>
          <a:stretch>
            <a:fillRect/>
          </a:stretch>
        </p:blipFill>
        <p:spPr>
          <a:xfrm>
            <a:off x="5769429" y="769651"/>
            <a:ext cx="5987142" cy="2452592"/>
          </a:xfrm>
          <a:prstGeom prst="rect">
            <a:avLst/>
          </a:prstGeom>
        </p:spPr>
      </p:pic>
      <p:pic>
        <p:nvPicPr>
          <p:cNvPr id="11" name="Picture 10">
            <a:extLst>
              <a:ext uri="{FF2B5EF4-FFF2-40B4-BE49-F238E27FC236}">
                <a16:creationId xmlns:a16="http://schemas.microsoft.com/office/drawing/2014/main" id="{1498DFDD-D96A-5CB4-88F2-9081CFFADB7C}"/>
              </a:ext>
            </a:extLst>
          </p:cNvPr>
          <p:cNvPicPr>
            <a:picLocks noChangeAspect="1"/>
          </p:cNvPicPr>
          <p:nvPr/>
        </p:nvPicPr>
        <p:blipFill>
          <a:blip r:embed="rId5"/>
          <a:stretch>
            <a:fillRect/>
          </a:stretch>
        </p:blipFill>
        <p:spPr>
          <a:xfrm>
            <a:off x="366783" y="3536101"/>
            <a:ext cx="6102664" cy="2743341"/>
          </a:xfrm>
          <a:prstGeom prst="rect">
            <a:avLst/>
          </a:prstGeom>
        </p:spPr>
      </p:pic>
      <p:pic>
        <p:nvPicPr>
          <p:cNvPr id="13" name="Picture 12">
            <a:extLst>
              <a:ext uri="{FF2B5EF4-FFF2-40B4-BE49-F238E27FC236}">
                <a16:creationId xmlns:a16="http://schemas.microsoft.com/office/drawing/2014/main" id="{D788CF7C-49B8-A1A1-EBD7-FFA4086F95F7}"/>
              </a:ext>
            </a:extLst>
          </p:cNvPr>
          <p:cNvPicPr>
            <a:picLocks noChangeAspect="1"/>
          </p:cNvPicPr>
          <p:nvPr/>
        </p:nvPicPr>
        <p:blipFill>
          <a:blip r:embed="rId6"/>
          <a:stretch>
            <a:fillRect/>
          </a:stretch>
        </p:blipFill>
        <p:spPr>
          <a:xfrm>
            <a:off x="6389912" y="3536101"/>
            <a:ext cx="5606145" cy="2768742"/>
          </a:xfrm>
          <a:prstGeom prst="rect">
            <a:avLst/>
          </a:prstGeom>
        </p:spPr>
      </p:pic>
    </p:spTree>
    <p:extLst>
      <p:ext uri="{BB962C8B-B14F-4D97-AF65-F5344CB8AC3E}">
        <p14:creationId xmlns:p14="http://schemas.microsoft.com/office/powerpoint/2010/main" val="436903950"/>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B7B0B49-1BCB-113B-7505-86D2D30AAF4E}"/>
            </a:ext>
          </a:extLst>
        </p:cNvPr>
        <p:cNvGrpSpPr/>
        <p:nvPr/>
      </p:nvGrpSpPr>
      <p:grpSpPr>
        <a:xfrm>
          <a:off x="0" y="0"/>
          <a:ext cx="0" cy="0"/>
          <a:chOff x="0" y="0"/>
          <a:chExt cx="0" cy="0"/>
        </a:xfrm>
      </p:grpSpPr>
      <p:sp>
        <p:nvSpPr>
          <p:cNvPr id="3" name="Title 2">
            <a:extLst>
              <a:ext uri="{FF2B5EF4-FFF2-40B4-BE49-F238E27FC236}">
                <a16:creationId xmlns:a16="http://schemas.microsoft.com/office/drawing/2014/main" id="{931285CC-79B5-E90C-B887-EA5E923AF0A8}"/>
              </a:ext>
            </a:extLst>
          </p:cNvPr>
          <p:cNvSpPr>
            <a:spLocks noGrp="1"/>
          </p:cNvSpPr>
          <p:nvPr>
            <p:ph type="title"/>
          </p:nvPr>
        </p:nvSpPr>
        <p:spPr>
          <a:xfrm>
            <a:off x="1807190" y="134185"/>
            <a:ext cx="8577617" cy="316081"/>
          </a:xfrm>
        </p:spPr>
        <p:txBody>
          <a:bodyPr/>
          <a:lstStyle/>
          <a:p>
            <a:pPr algn="ctr"/>
            <a:r>
              <a:rPr lang="en-US" dirty="0">
                <a:solidFill>
                  <a:srgbClr val="FF0000"/>
                </a:solidFill>
                <a:cs typeface="Times New Roman" panose="02020603050405020304" pitchFamily="18" charset="0"/>
              </a:rPr>
              <a:t>Visualizations &amp; Insights</a:t>
            </a:r>
            <a:endParaRPr lang="en-IN" dirty="0">
              <a:solidFill>
                <a:srgbClr val="FF0000"/>
              </a:solidFill>
              <a:cs typeface="Times New Roman" panose="02020603050405020304" pitchFamily="18" charset="0"/>
            </a:endParaRPr>
          </a:p>
        </p:txBody>
      </p:sp>
      <p:sp>
        <p:nvSpPr>
          <p:cNvPr id="4" name="Slide Number Placeholder 3">
            <a:extLst>
              <a:ext uri="{FF2B5EF4-FFF2-40B4-BE49-F238E27FC236}">
                <a16:creationId xmlns:a16="http://schemas.microsoft.com/office/drawing/2014/main" id="{68A59790-853E-0419-C6FF-23387846BE2F}"/>
              </a:ext>
            </a:extLst>
          </p:cNvPr>
          <p:cNvSpPr>
            <a:spLocks noGrp="1"/>
          </p:cNvSpPr>
          <p:nvPr>
            <p:ph type="sldNum" sz="quarter" idx="12"/>
          </p:nvPr>
        </p:nvSpPr>
        <p:spPr/>
        <p:txBody>
          <a:bodyPr/>
          <a:lstStyle/>
          <a:p>
            <a:pPr defTabSz="685800" hangingPunct="1"/>
            <a:fld id="{71766878-3199-4EAB-94E7-2D6D11070E14}" type="slidenum">
              <a:rPr lang="en-US" kern="1200">
                <a:solidFill>
                  <a:prstClr val="white"/>
                </a:solidFill>
                <a:latin typeface="Calibri"/>
                <a:ea typeface="+mn-ea"/>
                <a:cs typeface="+mn-cs"/>
              </a:rPr>
              <a:pPr defTabSz="685800" hangingPunct="1"/>
              <a:t>23</a:t>
            </a:fld>
            <a:endParaRPr lang="en-US" kern="1200">
              <a:solidFill>
                <a:prstClr val="white"/>
              </a:solidFill>
              <a:latin typeface="Calibri"/>
              <a:ea typeface="+mn-ea"/>
              <a:cs typeface="+mn-cs"/>
            </a:endParaRPr>
          </a:p>
        </p:txBody>
      </p:sp>
      <p:pic>
        <p:nvPicPr>
          <p:cNvPr id="6" name="Picture 5">
            <a:extLst>
              <a:ext uri="{FF2B5EF4-FFF2-40B4-BE49-F238E27FC236}">
                <a16:creationId xmlns:a16="http://schemas.microsoft.com/office/drawing/2014/main" id="{D5B21286-8AC2-64AD-B809-AE6326C1E8C5}"/>
              </a:ext>
            </a:extLst>
          </p:cNvPr>
          <p:cNvPicPr>
            <a:picLocks noChangeAspect="1"/>
          </p:cNvPicPr>
          <p:nvPr/>
        </p:nvPicPr>
        <p:blipFill>
          <a:blip r:embed="rId3"/>
          <a:stretch>
            <a:fillRect/>
          </a:stretch>
        </p:blipFill>
        <p:spPr>
          <a:xfrm>
            <a:off x="1952435" y="642258"/>
            <a:ext cx="8577617" cy="2068286"/>
          </a:xfrm>
          <a:prstGeom prst="rect">
            <a:avLst/>
          </a:prstGeom>
        </p:spPr>
      </p:pic>
      <p:pic>
        <p:nvPicPr>
          <p:cNvPr id="8" name="Picture 7">
            <a:extLst>
              <a:ext uri="{FF2B5EF4-FFF2-40B4-BE49-F238E27FC236}">
                <a16:creationId xmlns:a16="http://schemas.microsoft.com/office/drawing/2014/main" id="{1B7812F5-3EDD-EADF-20A0-338EE602D0DD}"/>
              </a:ext>
            </a:extLst>
          </p:cNvPr>
          <p:cNvPicPr>
            <a:picLocks noChangeAspect="1"/>
          </p:cNvPicPr>
          <p:nvPr/>
        </p:nvPicPr>
        <p:blipFill>
          <a:blip r:embed="rId4"/>
          <a:stretch>
            <a:fillRect/>
          </a:stretch>
        </p:blipFill>
        <p:spPr>
          <a:xfrm>
            <a:off x="3363687" y="2982686"/>
            <a:ext cx="5660570" cy="3233057"/>
          </a:xfrm>
          <a:prstGeom prst="rect">
            <a:avLst/>
          </a:prstGeom>
        </p:spPr>
      </p:pic>
    </p:spTree>
    <p:extLst>
      <p:ext uri="{BB962C8B-B14F-4D97-AF65-F5344CB8AC3E}">
        <p14:creationId xmlns:p14="http://schemas.microsoft.com/office/powerpoint/2010/main" val="4059958945"/>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D80A950-5236-28B5-5463-5B88A0863B38}"/>
            </a:ext>
          </a:extLst>
        </p:cNvPr>
        <p:cNvGrpSpPr/>
        <p:nvPr/>
      </p:nvGrpSpPr>
      <p:grpSpPr>
        <a:xfrm>
          <a:off x="0" y="0"/>
          <a:ext cx="0" cy="0"/>
          <a:chOff x="0" y="0"/>
          <a:chExt cx="0" cy="0"/>
        </a:xfrm>
      </p:grpSpPr>
      <p:sp>
        <p:nvSpPr>
          <p:cNvPr id="3" name="Title 2">
            <a:extLst>
              <a:ext uri="{FF2B5EF4-FFF2-40B4-BE49-F238E27FC236}">
                <a16:creationId xmlns:a16="http://schemas.microsoft.com/office/drawing/2014/main" id="{1FD2F032-5644-768B-A0ED-9397A5AB3B70}"/>
              </a:ext>
            </a:extLst>
          </p:cNvPr>
          <p:cNvSpPr>
            <a:spLocks noGrp="1"/>
          </p:cNvSpPr>
          <p:nvPr>
            <p:ph type="title"/>
          </p:nvPr>
        </p:nvSpPr>
        <p:spPr>
          <a:xfrm>
            <a:off x="1807190" y="134185"/>
            <a:ext cx="8577617" cy="316081"/>
          </a:xfrm>
        </p:spPr>
        <p:txBody>
          <a:bodyPr/>
          <a:lstStyle/>
          <a:p>
            <a:pPr algn="ctr"/>
            <a:r>
              <a:rPr lang="en-US" dirty="0">
                <a:solidFill>
                  <a:srgbClr val="FF0000"/>
                </a:solidFill>
                <a:cs typeface="Times New Roman" panose="02020603050405020304" pitchFamily="18" charset="0"/>
              </a:rPr>
              <a:t>Visualizations &amp; Insights</a:t>
            </a:r>
            <a:endParaRPr lang="en-IN" dirty="0">
              <a:solidFill>
                <a:srgbClr val="FF0000"/>
              </a:solidFill>
              <a:cs typeface="Times New Roman" panose="02020603050405020304" pitchFamily="18" charset="0"/>
            </a:endParaRPr>
          </a:p>
        </p:txBody>
      </p:sp>
      <p:sp>
        <p:nvSpPr>
          <p:cNvPr id="4" name="Slide Number Placeholder 3">
            <a:extLst>
              <a:ext uri="{FF2B5EF4-FFF2-40B4-BE49-F238E27FC236}">
                <a16:creationId xmlns:a16="http://schemas.microsoft.com/office/drawing/2014/main" id="{B57FE9B1-118A-AE30-F911-D21E9FAFA669}"/>
              </a:ext>
            </a:extLst>
          </p:cNvPr>
          <p:cNvSpPr>
            <a:spLocks noGrp="1"/>
          </p:cNvSpPr>
          <p:nvPr>
            <p:ph type="sldNum" sz="quarter" idx="12"/>
          </p:nvPr>
        </p:nvSpPr>
        <p:spPr/>
        <p:txBody>
          <a:bodyPr/>
          <a:lstStyle/>
          <a:p>
            <a:pPr defTabSz="685800" hangingPunct="1"/>
            <a:fld id="{71766878-3199-4EAB-94E7-2D6D11070E14}" type="slidenum">
              <a:rPr lang="en-US" kern="1200">
                <a:solidFill>
                  <a:prstClr val="white"/>
                </a:solidFill>
                <a:latin typeface="Calibri"/>
                <a:ea typeface="+mn-ea"/>
                <a:cs typeface="+mn-cs"/>
              </a:rPr>
              <a:pPr defTabSz="685800" hangingPunct="1"/>
              <a:t>24</a:t>
            </a:fld>
            <a:endParaRPr lang="en-US" kern="1200">
              <a:solidFill>
                <a:prstClr val="white"/>
              </a:solidFill>
              <a:latin typeface="Calibri"/>
              <a:ea typeface="+mn-ea"/>
              <a:cs typeface="+mn-cs"/>
            </a:endParaRPr>
          </a:p>
        </p:txBody>
      </p:sp>
      <p:pic>
        <p:nvPicPr>
          <p:cNvPr id="5" name="Picture 4">
            <a:extLst>
              <a:ext uri="{FF2B5EF4-FFF2-40B4-BE49-F238E27FC236}">
                <a16:creationId xmlns:a16="http://schemas.microsoft.com/office/drawing/2014/main" id="{7618619E-78C9-9FDF-18ED-C9BC702FFB94}"/>
              </a:ext>
            </a:extLst>
          </p:cNvPr>
          <p:cNvPicPr>
            <a:picLocks noChangeAspect="1"/>
          </p:cNvPicPr>
          <p:nvPr/>
        </p:nvPicPr>
        <p:blipFill>
          <a:blip r:embed="rId3"/>
          <a:stretch>
            <a:fillRect/>
          </a:stretch>
        </p:blipFill>
        <p:spPr>
          <a:xfrm>
            <a:off x="784571" y="749366"/>
            <a:ext cx="4178515" cy="2502029"/>
          </a:xfrm>
          <a:prstGeom prst="rect">
            <a:avLst/>
          </a:prstGeom>
        </p:spPr>
      </p:pic>
      <p:pic>
        <p:nvPicPr>
          <p:cNvPr id="11" name="Picture 10">
            <a:extLst>
              <a:ext uri="{FF2B5EF4-FFF2-40B4-BE49-F238E27FC236}">
                <a16:creationId xmlns:a16="http://schemas.microsoft.com/office/drawing/2014/main" id="{203E58EF-0664-A50C-8D0A-5B8FD342094E}"/>
              </a:ext>
            </a:extLst>
          </p:cNvPr>
          <p:cNvPicPr>
            <a:picLocks noChangeAspect="1"/>
          </p:cNvPicPr>
          <p:nvPr/>
        </p:nvPicPr>
        <p:blipFill>
          <a:blip r:embed="rId4"/>
          <a:stretch>
            <a:fillRect/>
          </a:stretch>
        </p:blipFill>
        <p:spPr>
          <a:xfrm>
            <a:off x="4038600" y="3429000"/>
            <a:ext cx="4757057" cy="2679634"/>
          </a:xfrm>
          <a:prstGeom prst="rect">
            <a:avLst/>
          </a:prstGeom>
        </p:spPr>
      </p:pic>
      <p:pic>
        <p:nvPicPr>
          <p:cNvPr id="13" name="Picture 12">
            <a:extLst>
              <a:ext uri="{FF2B5EF4-FFF2-40B4-BE49-F238E27FC236}">
                <a16:creationId xmlns:a16="http://schemas.microsoft.com/office/drawing/2014/main" id="{2A002758-D18F-62CA-135C-2D783145558D}"/>
              </a:ext>
            </a:extLst>
          </p:cNvPr>
          <p:cNvPicPr>
            <a:picLocks noChangeAspect="1"/>
          </p:cNvPicPr>
          <p:nvPr/>
        </p:nvPicPr>
        <p:blipFill>
          <a:blip r:embed="rId5"/>
          <a:stretch>
            <a:fillRect/>
          </a:stretch>
        </p:blipFill>
        <p:spPr>
          <a:xfrm>
            <a:off x="6095998" y="627871"/>
            <a:ext cx="4921503" cy="2623524"/>
          </a:xfrm>
          <a:prstGeom prst="rect">
            <a:avLst/>
          </a:prstGeom>
        </p:spPr>
      </p:pic>
    </p:spTree>
    <p:extLst>
      <p:ext uri="{BB962C8B-B14F-4D97-AF65-F5344CB8AC3E}">
        <p14:creationId xmlns:p14="http://schemas.microsoft.com/office/powerpoint/2010/main" val="3501351192"/>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C11B950-C889-1772-C904-7CEC76F11CE6}"/>
            </a:ext>
          </a:extLst>
        </p:cNvPr>
        <p:cNvGrpSpPr/>
        <p:nvPr/>
      </p:nvGrpSpPr>
      <p:grpSpPr>
        <a:xfrm>
          <a:off x="0" y="0"/>
          <a:ext cx="0" cy="0"/>
          <a:chOff x="0" y="0"/>
          <a:chExt cx="0" cy="0"/>
        </a:xfrm>
      </p:grpSpPr>
      <p:sp>
        <p:nvSpPr>
          <p:cNvPr id="3" name="Title 2">
            <a:extLst>
              <a:ext uri="{FF2B5EF4-FFF2-40B4-BE49-F238E27FC236}">
                <a16:creationId xmlns:a16="http://schemas.microsoft.com/office/drawing/2014/main" id="{4B25DD10-D769-B053-5BF1-470351CE2817}"/>
              </a:ext>
            </a:extLst>
          </p:cNvPr>
          <p:cNvSpPr>
            <a:spLocks noGrp="1"/>
          </p:cNvSpPr>
          <p:nvPr>
            <p:ph type="title"/>
          </p:nvPr>
        </p:nvSpPr>
        <p:spPr>
          <a:xfrm>
            <a:off x="1807190" y="134185"/>
            <a:ext cx="8577617" cy="316081"/>
          </a:xfrm>
        </p:spPr>
        <p:txBody>
          <a:bodyPr/>
          <a:lstStyle/>
          <a:p>
            <a:pPr algn="ctr"/>
            <a:r>
              <a:rPr lang="en-US" dirty="0">
                <a:solidFill>
                  <a:srgbClr val="FF0000"/>
                </a:solidFill>
                <a:cs typeface="Times New Roman" panose="02020603050405020304" pitchFamily="18" charset="0"/>
              </a:rPr>
              <a:t>Visualizations &amp; Insights</a:t>
            </a:r>
            <a:endParaRPr lang="en-IN" dirty="0">
              <a:solidFill>
                <a:srgbClr val="FF0000"/>
              </a:solidFill>
              <a:cs typeface="Times New Roman" panose="02020603050405020304" pitchFamily="18" charset="0"/>
            </a:endParaRPr>
          </a:p>
        </p:txBody>
      </p:sp>
      <p:sp>
        <p:nvSpPr>
          <p:cNvPr id="4" name="Slide Number Placeholder 3">
            <a:extLst>
              <a:ext uri="{FF2B5EF4-FFF2-40B4-BE49-F238E27FC236}">
                <a16:creationId xmlns:a16="http://schemas.microsoft.com/office/drawing/2014/main" id="{44FA6C65-CA71-199E-859C-8A42FF26B88D}"/>
              </a:ext>
            </a:extLst>
          </p:cNvPr>
          <p:cNvSpPr>
            <a:spLocks noGrp="1"/>
          </p:cNvSpPr>
          <p:nvPr>
            <p:ph type="sldNum" sz="quarter" idx="12"/>
          </p:nvPr>
        </p:nvSpPr>
        <p:spPr/>
        <p:txBody>
          <a:bodyPr/>
          <a:lstStyle/>
          <a:p>
            <a:pPr defTabSz="685800" hangingPunct="1"/>
            <a:fld id="{71766878-3199-4EAB-94E7-2D6D11070E14}" type="slidenum">
              <a:rPr lang="en-US" kern="1200">
                <a:solidFill>
                  <a:prstClr val="white"/>
                </a:solidFill>
                <a:latin typeface="Calibri"/>
                <a:ea typeface="+mn-ea"/>
                <a:cs typeface="+mn-cs"/>
              </a:rPr>
              <a:pPr defTabSz="685800" hangingPunct="1"/>
              <a:t>25</a:t>
            </a:fld>
            <a:endParaRPr lang="en-US" kern="1200">
              <a:solidFill>
                <a:prstClr val="white"/>
              </a:solidFill>
              <a:latin typeface="Calibri"/>
              <a:ea typeface="+mn-ea"/>
              <a:cs typeface="+mn-cs"/>
            </a:endParaRPr>
          </a:p>
        </p:txBody>
      </p:sp>
      <p:pic>
        <p:nvPicPr>
          <p:cNvPr id="6" name="Picture 5">
            <a:extLst>
              <a:ext uri="{FF2B5EF4-FFF2-40B4-BE49-F238E27FC236}">
                <a16:creationId xmlns:a16="http://schemas.microsoft.com/office/drawing/2014/main" id="{4FEB254D-51DB-90A9-CEF5-A18E535E3CE5}"/>
              </a:ext>
            </a:extLst>
          </p:cNvPr>
          <p:cNvPicPr>
            <a:picLocks noChangeAspect="1"/>
          </p:cNvPicPr>
          <p:nvPr/>
        </p:nvPicPr>
        <p:blipFill>
          <a:blip r:embed="rId3"/>
          <a:stretch>
            <a:fillRect/>
          </a:stretch>
        </p:blipFill>
        <p:spPr>
          <a:xfrm>
            <a:off x="207876" y="622961"/>
            <a:ext cx="11526924" cy="5037609"/>
          </a:xfrm>
          <a:prstGeom prst="rect">
            <a:avLst/>
          </a:prstGeom>
        </p:spPr>
      </p:pic>
    </p:spTree>
    <p:extLst>
      <p:ext uri="{BB962C8B-B14F-4D97-AF65-F5344CB8AC3E}">
        <p14:creationId xmlns:p14="http://schemas.microsoft.com/office/powerpoint/2010/main" val="599407600"/>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331291C-0D22-F7B5-C386-43592723A889}"/>
            </a:ext>
          </a:extLst>
        </p:cNvPr>
        <p:cNvGrpSpPr/>
        <p:nvPr/>
      </p:nvGrpSpPr>
      <p:grpSpPr>
        <a:xfrm>
          <a:off x="0" y="0"/>
          <a:ext cx="0" cy="0"/>
          <a:chOff x="0" y="0"/>
          <a:chExt cx="0" cy="0"/>
        </a:xfrm>
      </p:grpSpPr>
      <p:sp>
        <p:nvSpPr>
          <p:cNvPr id="3" name="Title 2">
            <a:extLst>
              <a:ext uri="{FF2B5EF4-FFF2-40B4-BE49-F238E27FC236}">
                <a16:creationId xmlns:a16="http://schemas.microsoft.com/office/drawing/2014/main" id="{ED4F9004-A22A-E25F-2040-45970F2B87CA}"/>
              </a:ext>
            </a:extLst>
          </p:cNvPr>
          <p:cNvSpPr>
            <a:spLocks noGrp="1"/>
          </p:cNvSpPr>
          <p:nvPr>
            <p:ph type="title"/>
          </p:nvPr>
        </p:nvSpPr>
        <p:spPr>
          <a:xfrm>
            <a:off x="1807190" y="134185"/>
            <a:ext cx="8577617" cy="316081"/>
          </a:xfrm>
        </p:spPr>
        <p:txBody>
          <a:bodyPr/>
          <a:lstStyle/>
          <a:p>
            <a:pPr algn="ctr"/>
            <a:r>
              <a:rPr lang="en-US" dirty="0">
                <a:solidFill>
                  <a:srgbClr val="FF0000"/>
                </a:solidFill>
                <a:cs typeface="Times New Roman" panose="02020603050405020304" pitchFamily="18" charset="0"/>
              </a:rPr>
              <a:t>Business Insights &amp; Decision Support</a:t>
            </a:r>
            <a:endParaRPr lang="en-IN" dirty="0">
              <a:solidFill>
                <a:srgbClr val="FF0000"/>
              </a:solidFill>
              <a:cs typeface="Times New Roman" panose="02020603050405020304" pitchFamily="18" charset="0"/>
            </a:endParaRPr>
          </a:p>
        </p:txBody>
      </p:sp>
      <p:sp>
        <p:nvSpPr>
          <p:cNvPr id="4" name="Slide Number Placeholder 3">
            <a:extLst>
              <a:ext uri="{FF2B5EF4-FFF2-40B4-BE49-F238E27FC236}">
                <a16:creationId xmlns:a16="http://schemas.microsoft.com/office/drawing/2014/main" id="{D48E3BA7-F0E0-9782-6A85-50AB7C9AF26E}"/>
              </a:ext>
            </a:extLst>
          </p:cNvPr>
          <p:cNvSpPr>
            <a:spLocks noGrp="1"/>
          </p:cNvSpPr>
          <p:nvPr>
            <p:ph type="sldNum" sz="quarter" idx="12"/>
          </p:nvPr>
        </p:nvSpPr>
        <p:spPr/>
        <p:txBody>
          <a:bodyPr/>
          <a:lstStyle/>
          <a:p>
            <a:pPr defTabSz="685800" hangingPunct="1"/>
            <a:fld id="{71766878-3199-4EAB-94E7-2D6D11070E14}" type="slidenum">
              <a:rPr lang="en-US" kern="1200">
                <a:solidFill>
                  <a:prstClr val="white"/>
                </a:solidFill>
                <a:latin typeface="Calibri"/>
                <a:ea typeface="+mn-ea"/>
                <a:cs typeface="+mn-cs"/>
              </a:rPr>
              <a:pPr defTabSz="685800" hangingPunct="1"/>
              <a:t>26</a:t>
            </a:fld>
            <a:endParaRPr lang="en-US" kern="1200">
              <a:solidFill>
                <a:prstClr val="white"/>
              </a:solidFill>
              <a:latin typeface="Calibri"/>
              <a:ea typeface="+mn-ea"/>
              <a:cs typeface="+mn-cs"/>
            </a:endParaRPr>
          </a:p>
        </p:txBody>
      </p:sp>
      <p:sp>
        <p:nvSpPr>
          <p:cNvPr id="5" name="TextBox 4">
            <a:extLst>
              <a:ext uri="{FF2B5EF4-FFF2-40B4-BE49-F238E27FC236}">
                <a16:creationId xmlns:a16="http://schemas.microsoft.com/office/drawing/2014/main" id="{AD09030C-6F43-2013-A3E9-8CE774EF013E}"/>
              </a:ext>
            </a:extLst>
          </p:cNvPr>
          <p:cNvSpPr txBox="1"/>
          <p:nvPr/>
        </p:nvSpPr>
        <p:spPr>
          <a:xfrm>
            <a:off x="1164771" y="863924"/>
            <a:ext cx="10341428" cy="4924425"/>
          </a:xfrm>
          <a:prstGeom prst="rect">
            <a:avLst/>
          </a:prstGeom>
          <a:noFill/>
        </p:spPr>
        <p:txBody>
          <a:bodyPr wrap="square">
            <a:spAutoFit/>
          </a:bodyPr>
          <a:lstStyle/>
          <a:p>
            <a:pPr>
              <a:buNone/>
            </a:pPr>
            <a:r>
              <a:rPr lang="en-US" sz="2400" b="1" dirty="0"/>
              <a:t>Customer Segmentation (RFM + Clustering)</a:t>
            </a:r>
          </a:p>
          <a:p>
            <a:pPr marL="342900" indent="-342900">
              <a:buFont typeface="Arial" panose="020B0604020202020204" pitchFamily="34" charset="0"/>
              <a:buChar char="•"/>
            </a:pPr>
            <a:r>
              <a:rPr lang="en-US" sz="2200" dirty="0"/>
              <a:t>Identified </a:t>
            </a:r>
            <a:r>
              <a:rPr lang="en-US" sz="2200" b="1" dirty="0"/>
              <a:t>3 customer segments</a:t>
            </a:r>
            <a:r>
              <a:rPr lang="en-US" sz="2200" dirty="0"/>
              <a:t>: Loyal, Regular, At-Risk.</a:t>
            </a:r>
          </a:p>
          <a:p>
            <a:pPr marL="342900" indent="-342900">
              <a:buFont typeface="Arial" panose="020B0604020202020204" pitchFamily="34" charset="0"/>
              <a:buChar char="•"/>
            </a:pPr>
            <a:r>
              <a:rPr lang="en-US" sz="2200" dirty="0"/>
              <a:t>Loyal customers drive highest revenue; At-Risk customers show high Recency &amp; churn risk.</a:t>
            </a:r>
          </a:p>
          <a:p>
            <a:pPr marL="342900" indent="-342900">
              <a:buFont typeface="Arial" panose="020B0604020202020204" pitchFamily="34" charset="0"/>
              <a:buChar char="•"/>
            </a:pPr>
            <a:r>
              <a:rPr lang="en-US" sz="2200" b="1" dirty="0"/>
              <a:t>Action:</a:t>
            </a:r>
            <a:r>
              <a:rPr lang="en-US" sz="2200" dirty="0"/>
              <a:t> Target At-Risk with retention offers; reward Loyal customers to increase loyalty.</a:t>
            </a:r>
          </a:p>
          <a:p>
            <a:pPr>
              <a:buNone/>
            </a:pPr>
            <a:r>
              <a:rPr lang="en-US" sz="2400" b="1" dirty="0"/>
              <a:t>Churn Prediction</a:t>
            </a:r>
          </a:p>
          <a:p>
            <a:pPr marL="342900" indent="-342900">
              <a:buFont typeface="Arial" panose="020B0604020202020204" pitchFamily="34" charset="0"/>
              <a:buChar char="•"/>
            </a:pPr>
            <a:r>
              <a:rPr lang="en-US" sz="2200" dirty="0"/>
              <a:t>ML models (Logistic, </a:t>
            </a:r>
            <a:r>
              <a:rPr lang="en-US" sz="2200" dirty="0" err="1"/>
              <a:t>XGBoost</a:t>
            </a:r>
            <a:r>
              <a:rPr lang="en-US" sz="2200" dirty="0"/>
              <a:t>) accurately detect customers likely to churn.</a:t>
            </a:r>
          </a:p>
          <a:p>
            <a:pPr marL="342900" indent="-342900">
              <a:buFont typeface="Arial" panose="020B0604020202020204" pitchFamily="34" charset="0"/>
              <a:buChar char="•"/>
            </a:pPr>
            <a:r>
              <a:rPr lang="en-US" sz="2200" dirty="0"/>
              <a:t>High recall ensures early detection of at-risk users.</a:t>
            </a:r>
          </a:p>
          <a:p>
            <a:pPr marL="342900" indent="-342900">
              <a:buFont typeface="Arial" panose="020B0604020202020204" pitchFamily="34" charset="0"/>
              <a:buChar char="•"/>
            </a:pPr>
            <a:r>
              <a:rPr lang="en-US" sz="2200" b="1" dirty="0"/>
              <a:t>Action:</a:t>
            </a:r>
            <a:r>
              <a:rPr lang="en-US" sz="2200" dirty="0"/>
              <a:t> Trigger </a:t>
            </a:r>
            <a:r>
              <a:rPr lang="en-US" sz="2200" dirty="0" err="1"/>
              <a:t>personalised</a:t>
            </a:r>
            <a:r>
              <a:rPr lang="en-US" sz="2200" dirty="0"/>
              <a:t> retention interventions for high-risk customers.</a:t>
            </a:r>
          </a:p>
          <a:p>
            <a:pPr>
              <a:buNone/>
            </a:pPr>
            <a:r>
              <a:rPr lang="en-US" sz="2400" b="1" dirty="0"/>
              <a:t>Customer Lifetime Value (CLV)</a:t>
            </a:r>
          </a:p>
          <a:p>
            <a:pPr marL="342900" indent="-342900">
              <a:buFont typeface="Arial" panose="020B0604020202020204" pitchFamily="34" charset="0"/>
              <a:buChar char="•"/>
            </a:pPr>
            <a:r>
              <a:rPr lang="en-US" sz="2200" dirty="0"/>
              <a:t>CLV highlights long-term revenue potential of each customer.</a:t>
            </a:r>
          </a:p>
          <a:p>
            <a:pPr marL="342900" indent="-342900">
              <a:buFont typeface="Arial" panose="020B0604020202020204" pitchFamily="34" charset="0"/>
              <a:buChar char="•"/>
            </a:pPr>
            <a:r>
              <a:rPr lang="en-US" sz="2200" dirty="0"/>
              <a:t>High-CLV + High-Churn customers are </a:t>
            </a:r>
            <a:r>
              <a:rPr lang="en-US" sz="2200" b="1" dirty="0"/>
              <a:t>critical for retention</a:t>
            </a:r>
            <a:r>
              <a:rPr lang="en-US" sz="2200" dirty="0"/>
              <a:t>.</a:t>
            </a:r>
          </a:p>
          <a:p>
            <a:pPr marL="342900" indent="-342900">
              <a:buFont typeface="Arial" panose="020B0604020202020204" pitchFamily="34" charset="0"/>
              <a:buChar char="•"/>
            </a:pPr>
            <a:r>
              <a:rPr lang="en-US" sz="2200" b="1" dirty="0"/>
              <a:t>Action:</a:t>
            </a:r>
            <a:r>
              <a:rPr lang="en-US" sz="2200" dirty="0"/>
              <a:t> Prioritize top-CLV customers and apply cost-effective engagement strategies.</a:t>
            </a:r>
          </a:p>
        </p:txBody>
      </p:sp>
    </p:spTree>
    <p:extLst>
      <p:ext uri="{BB962C8B-B14F-4D97-AF65-F5344CB8AC3E}">
        <p14:creationId xmlns:p14="http://schemas.microsoft.com/office/powerpoint/2010/main" val="1366510371"/>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20E41CE-3B56-F3D2-8FA7-082015BC1D40}"/>
            </a:ext>
          </a:extLst>
        </p:cNvPr>
        <p:cNvGrpSpPr/>
        <p:nvPr/>
      </p:nvGrpSpPr>
      <p:grpSpPr>
        <a:xfrm>
          <a:off x="0" y="0"/>
          <a:ext cx="0" cy="0"/>
          <a:chOff x="0" y="0"/>
          <a:chExt cx="0" cy="0"/>
        </a:xfrm>
      </p:grpSpPr>
      <p:sp>
        <p:nvSpPr>
          <p:cNvPr id="3" name="Title 2">
            <a:extLst>
              <a:ext uri="{FF2B5EF4-FFF2-40B4-BE49-F238E27FC236}">
                <a16:creationId xmlns:a16="http://schemas.microsoft.com/office/drawing/2014/main" id="{E4BD1088-82AE-B65B-3282-05B717F3E711}"/>
              </a:ext>
            </a:extLst>
          </p:cNvPr>
          <p:cNvSpPr>
            <a:spLocks noGrp="1"/>
          </p:cNvSpPr>
          <p:nvPr>
            <p:ph type="title"/>
          </p:nvPr>
        </p:nvSpPr>
        <p:spPr>
          <a:xfrm>
            <a:off x="1807190" y="134185"/>
            <a:ext cx="8577617" cy="316081"/>
          </a:xfrm>
        </p:spPr>
        <p:txBody>
          <a:bodyPr/>
          <a:lstStyle/>
          <a:p>
            <a:pPr algn="ctr"/>
            <a:r>
              <a:rPr lang="en-US" dirty="0">
                <a:solidFill>
                  <a:srgbClr val="FF0000"/>
                </a:solidFill>
                <a:cs typeface="Times New Roman" panose="02020603050405020304" pitchFamily="18" charset="0"/>
              </a:rPr>
              <a:t>Business Insights &amp; Decision Support</a:t>
            </a:r>
            <a:endParaRPr lang="en-IN" dirty="0">
              <a:solidFill>
                <a:srgbClr val="FF0000"/>
              </a:solidFill>
              <a:cs typeface="Times New Roman" panose="02020603050405020304" pitchFamily="18" charset="0"/>
            </a:endParaRPr>
          </a:p>
        </p:txBody>
      </p:sp>
      <p:sp>
        <p:nvSpPr>
          <p:cNvPr id="4" name="Slide Number Placeholder 3">
            <a:extLst>
              <a:ext uri="{FF2B5EF4-FFF2-40B4-BE49-F238E27FC236}">
                <a16:creationId xmlns:a16="http://schemas.microsoft.com/office/drawing/2014/main" id="{BA08450C-58A5-A185-C896-C3B4A00C2E01}"/>
              </a:ext>
            </a:extLst>
          </p:cNvPr>
          <p:cNvSpPr>
            <a:spLocks noGrp="1"/>
          </p:cNvSpPr>
          <p:nvPr>
            <p:ph type="sldNum" sz="quarter" idx="12"/>
          </p:nvPr>
        </p:nvSpPr>
        <p:spPr/>
        <p:txBody>
          <a:bodyPr/>
          <a:lstStyle/>
          <a:p>
            <a:pPr defTabSz="685800" hangingPunct="1"/>
            <a:fld id="{71766878-3199-4EAB-94E7-2D6D11070E14}" type="slidenum">
              <a:rPr lang="en-US" kern="1200">
                <a:solidFill>
                  <a:prstClr val="white"/>
                </a:solidFill>
                <a:latin typeface="Calibri"/>
                <a:ea typeface="+mn-ea"/>
                <a:cs typeface="+mn-cs"/>
              </a:rPr>
              <a:pPr defTabSz="685800" hangingPunct="1"/>
              <a:t>27</a:t>
            </a:fld>
            <a:endParaRPr lang="en-US" kern="1200">
              <a:solidFill>
                <a:prstClr val="white"/>
              </a:solidFill>
              <a:latin typeface="Calibri"/>
              <a:ea typeface="+mn-ea"/>
              <a:cs typeface="+mn-cs"/>
            </a:endParaRPr>
          </a:p>
        </p:txBody>
      </p:sp>
      <p:sp>
        <p:nvSpPr>
          <p:cNvPr id="5" name="TextBox 4">
            <a:extLst>
              <a:ext uri="{FF2B5EF4-FFF2-40B4-BE49-F238E27FC236}">
                <a16:creationId xmlns:a16="http://schemas.microsoft.com/office/drawing/2014/main" id="{EF7D3DAC-A81B-80CF-61BF-D78785B9A4A1}"/>
              </a:ext>
            </a:extLst>
          </p:cNvPr>
          <p:cNvSpPr txBox="1"/>
          <p:nvPr/>
        </p:nvSpPr>
        <p:spPr>
          <a:xfrm>
            <a:off x="1262742" y="873710"/>
            <a:ext cx="10341428" cy="4585871"/>
          </a:xfrm>
          <a:prstGeom prst="rect">
            <a:avLst/>
          </a:prstGeom>
          <a:noFill/>
        </p:spPr>
        <p:txBody>
          <a:bodyPr wrap="square">
            <a:spAutoFit/>
          </a:bodyPr>
          <a:lstStyle/>
          <a:p>
            <a:r>
              <a:rPr lang="en-US" sz="2400" b="1" dirty="0"/>
              <a:t>Sales Forecasting (ARIMA)</a:t>
            </a:r>
          </a:p>
          <a:p>
            <a:pPr marL="342900" indent="-342900">
              <a:buFont typeface="Arial" panose="020B0604020202020204" pitchFamily="34" charset="0"/>
              <a:buChar char="•"/>
            </a:pPr>
            <a:r>
              <a:rPr lang="en-US" sz="2200" dirty="0"/>
              <a:t>Forecast shows </a:t>
            </a:r>
            <a:r>
              <a:rPr lang="en-US" sz="2200" b="1" dirty="0"/>
              <a:t>stable to slightly increasing sales</a:t>
            </a:r>
            <a:r>
              <a:rPr lang="en-US" sz="2200" dirty="0"/>
              <a:t> over the next 6 months.</a:t>
            </a:r>
          </a:p>
          <a:p>
            <a:pPr marL="342900" indent="-342900">
              <a:buFont typeface="Arial" panose="020B0604020202020204" pitchFamily="34" charset="0"/>
              <a:buChar char="•"/>
            </a:pPr>
            <a:r>
              <a:rPr lang="en-US" sz="2200" b="1" dirty="0"/>
              <a:t>Action:</a:t>
            </a:r>
            <a:r>
              <a:rPr lang="en-US" sz="2200" dirty="0"/>
              <a:t> Plan inventory, supply chain, and marketing campaigns based on forecasted demand.</a:t>
            </a:r>
          </a:p>
          <a:p>
            <a:r>
              <a:rPr lang="en-US" sz="2400" b="1" dirty="0"/>
              <a:t>EDA &amp; Behavior Insights</a:t>
            </a:r>
          </a:p>
          <a:p>
            <a:pPr marL="342900" indent="-342900">
              <a:buFont typeface="Arial" panose="020B0604020202020204" pitchFamily="34" charset="0"/>
              <a:buChar char="•"/>
            </a:pPr>
            <a:r>
              <a:rPr lang="en-US" sz="2200" dirty="0"/>
              <a:t>Digital payments contribute most revenue; key cities dominate sales.</a:t>
            </a:r>
          </a:p>
          <a:p>
            <a:pPr marL="342900" indent="-342900">
              <a:buFont typeface="Arial" panose="020B0604020202020204" pitchFamily="34" charset="0"/>
              <a:buChar char="•"/>
            </a:pPr>
            <a:r>
              <a:rPr lang="en-US" sz="2200" dirty="0"/>
              <a:t>RFM distributions and trends reveal customer spending patterns.</a:t>
            </a:r>
          </a:p>
          <a:p>
            <a:pPr marL="342900" indent="-342900">
              <a:buFont typeface="Arial" panose="020B0604020202020204" pitchFamily="34" charset="0"/>
              <a:buChar char="•"/>
            </a:pPr>
            <a:r>
              <a:rPr lang="en-US" sz="2200" b="1" dirty="0"/>
              <a:t>Action:</a:t>
            </a:r>
            <a:r>
              <a:rPr lang="en-US" sz="2200" dirty="0"/>
              <a:t> Optimize payment promotions and focus marketing on high-performing regions.</a:t>
            </a:r>
          </a:p>
          <a:p>
            <a:r>
              <a:rPr lang="en-US" sz="2400" b="1" dirty="0"/>
              <a:t>Overall Decision Support</a:t>
            </a:r>
          </a:p>
          <a:p>
            <a:pPr marL="342900" indent="-342900">
              <a:buFont typeface="Arial" panose="020B0604020202020204" pitchFamily="34" charset="0"/>
              <a:buChar char="•"/>
            </a:pPr>
            <a:r>
              <a:rPr lang="en-US" sz="2200" dirty="0"/>
              <a:t>Enables </a:t>
            </a:r>
            <a:r>
              <a:rPr lang="en-US" sz="2200" b="1" dirty="0"/>
              <a:t>data-driven CX, marketing, and revenue planning</a:t>
            </a:r>
            <a:r>
              <a:rPr lang="en-US" sz="2200" dirty="0"/>
              <a:t>.</a:t>
            </a:r>
          </a:p>
          <a:p>
            <a:pPr marL="342900" indent="-342900">
              <a:buFont typeface="Arial" panose="020B0604020202020204" pitchFamily="34" charset="0"/>
              <a:buChar char="•"/>
            </a:pPr>
            <a:r>
              <a:rPr lang="en-US" sz="2200" dirty="0"/>
              <a:t>Helps reduce churn, increase CLV, and improve targeting efficiency.</a:t>
            </a:r>
          </a:p>
          <a:p>
            <a:pPr marL="342900" indent="-342900">
              <a:buFont typeface="Arial" panose="020B0604020202020204" pitchFamily="34" charset="0"/>
              <a:buChar char="•"/>
            </a:pPr>
            <a:r>
              <a:rPr lang="en-US" sz="2200" dirty="0"/>
              <a:t>Power BI + </a:t>
            </a:r>
            <a:r>
              <a:rPr lang="en-US" sz="2200" dirty="0" err="1"/>
              <a:t>Streamlit</a:t>
            </a:r>
            <a:r>
              <a:rPr lang="en-US" sz="2200" dirty="0"/>
              <a:t> dashboards support </a:t>
            </a:r>
            <a:r>
              <a:rPr lang="en-US" sz="2200" b="1" dirty="0"/>
              <a:t>real-time decision making</a:t>
            </a:r>
            <a:r>
              <a:rPr lang="en-US" sz="2200" dirty="0"/>
              <a:t> for management.</a:t>
            </a:r>
          </a:p>
        </p:txBody>
      </p:sp>
    </p:spTree>
    <p:extLst>
      <p:ext uri="{BB962C8B-B14F-4D97-AF65-F5344CB8AC3E}">
        <p14:creationId xmlns:p14="http://schemas.microsoft.com/office/powerpoint/2010/main" val="1538714245"/>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9080B44-369D-4382-8175-69A779175153}"/>
            </a:ext>
          </a:extLst>
        </p:cNvPr>
        <p:cNvGrpSpPr/>
        <p:nvPr/>
      </p:nvGrpSpPr>
      <p:grpSpPr>
        <a:xfrm>
          <a:off x="0" y="0"/>
          <a:ext cx="0" cy="0"/>
          <a:chOff x="0" y="0"/>
          <a:chExt cx="0" cy="0"/>
        </a:xfrm>
      </p:grpSpPr>
      <p:sp>
        <p:nvSpPr>
          <p:cNvPr id="3" name="Title 2">
            <a:extLst>
              <a:ext uri="{FF2B5EF4-FFF2-40B4-BE49-F238E27FC236}">
                <a16:creationId xmlns:a16="http://schemas.microsoft.com/office/drawing/2014/main" id="{C7E1DD99-4702-8094-9D60-949A299592D7}"/>
              </a:ext>
            </a:extLst>
          </p:cNvPr>
          <p:cNvSpPr>
            <a:spLocks noGrp="1"/>
          </p:cNvSpPr>
          <p:nvPr>
            <p:ph type="title"/>
          </p:nvPr>
        </p:nvSpPr>
        <p:spPr>
          <a:xfrm>
            <a:off x="1807190" y="134185"/>
            <a:ext cx="8577617" cy="316081"/>
          </a:xfrm>
        </p:spPr>
        <p:txBody>
          <a:bodyPr/>
          <a:lstStyle/>
          <a:p>
            <a:pPr algn="ctr"/>
            <a:r>
              <a:rPr lang="en-US" dirty="0">
                <a:solidFill>
                  <a:srgbClr val="FF0000"/>
                </a:solidFill>
                <a:cs typeface="Times New Roman" panose="02020603050405020304" pitchFamily="18" charset="0"/>
              </a:rPr>
              <a:t>Business Insights &amp; Decision Support</a:t>
            </a:r>
            <a:endParaRPr lang="en-IN" dirty="0">
              <a:solidFill>
                <a:srgbClr val="FF0000"/>
              </a:solidFill>
              <a:cs typeface="Times New Roman" panose="02020603050405020304" pitchFamily="18" charset="0"/>
            </a:endParaRPr>
          </a:p>
        </p:txBody>
      </p:sp>
      <p:sp>
        <p:nvSpPr>
          <p:cNvPr id="4" name="Slide Number Placeholder 3">
            <a:extLst>
              <a:ext uri="{FF2B5EF4-FFF2-40B4-BE49-F238E27FC236}">
                <a16:creationId xmlns:a16="http://schemas.microsoft.com/office/drawing/2014/main" id="{1B48C785-B0D1-1B45-AD11-811BC920BEFD}"/>
              </a:ext>
            </a:extLst>
          </p:cNvPr>
          <p:cNvSpPr>
            <a:spLocks noGrp="1"/>
          </p:cNvSpPr>
          <p:nvPr>
            <p:ph type="sldNum" sz="quarter" idx="12"/>
          </p:nvPr>
        </p:nvSpPr>
        <p:spPr/>
        <p:txBody>
          <a:bodyPr/>
          <a:lstStyle/>
          <a:p>
            <a:pPr defTabSz="685800" hangingPunct="1"/>
            <a:fld id="{71766878-3199-4EAB-94E7-2D6D11070E14}" type="slidenum">
              <a:rPr lang="en-US" kern="1200">
                <a:solidFill>
                  <a:prstClr val="white"/>
                </a:solidFill>
                <a:latin typeface="Calibri"/>
                <a:ea typeface="+mn-ea"/>
                <a:cs typeface="+mn-cs"/>
              </a:rPr>
              <a:pPr defTabSz="685800" hangingPunct="1"/>
              <a:t>28</a:t>
            </a:fld>
            <a:endParaRPr lang="en-US" kern="1200">
              <a:solidFill>
                <a:prstClr val="white"/>
              </a:solidFill>
              <a:latin typeface="Calibri"/>
              <a:ea typeface="+mn-ea"/>
              <a:cs typeface="+mn-cs"/>
            </a:endParaRPr>
          </a:p>
        </p:txBody>
      </p:sp>
      <p:sp>
        <p:nvSpPr>
          <p:cNvPr id="5" name="TextBox 4">
            <a:extLst>
              <a:ext uri="{FF2B5EF4-FFF2-40B4-BE49-F238E27FC236}">
                <a16:creationId xmlns:a16="http://schemas.microsoft.com/office/drawing/2014/main" id="{3090488C-F6BC-CDFF-2B1E-AA90D601B396}"/>
              </a:ext>
            </a:extLst>
          </p:cNvPr>
          <p:cNvSpPr txBox="1"/>
          <p:nvPr/>
        </p:nvSpPr>
        <p:spPr>
          <a:xfrm>
            <a:off x="1175656" y="569445"/>
            <a:ext cx="10341428" cy="5355312"/>
          </a:xfrm>
          <a:prstGeom prst="rect">
            <a:avLst/>
          </a:prstGeom>
          <a:noFill/>
        </p:spPr>
        <p:txBody>
          <a:bodyPr wrap="square">
            <a:spAutoFit/>
          </a:bodyPr>
          <a:lstStyle/>
          <a:p>
            <a:r>
              <a:rPr lang="en-IN" sz="1800" b="1" dirty="0"/>
              <a:t>1. Programming &amp; Data Processing</a:t>
            </a:r>
          </a:p>
          <a:p>
            <a:r>
              <a:rPr lang="en-IN" sz="1800" dirty="0"/>
              <a:t>Python 3 – core language for analysis &amp; </a:t>
            </a:r>
            <a:r>
              <a:rPr lang="en-IN" sz="1800" dirty="0" err="1"/>
              <a:t>modeling</a:t>
            </a:r>
            <a:endParaRPr lang="en-IN" sz="1800" dirty="0"/>
          </a:p>
          <a:p>
            <a:r>
              <a:rPr lang="en-IN" sz="1800" dirty="0"/>
              <a:t>Pandas, NumPy – data cleaning, transformation, preprocessing</a:t>
            </a:r>
          </a:p>
          <a:p>
            <a:r>
              <a:rPr lang="en-IN" sz="1800" b="1" dirty="0"/>
              <a:t>2. Data Visualization</a:t>
            </a:r>
          </a:p>
          <a:p>
            <a:r>
              <a:rPr lang="en-IN" sz="1800" dirty="0"/>
              <a:t>Matplotlib, Seaborn – EDA charts, distributions, trends</a:t>
            </a:r>
          </a:p>
          <a:p>
            <a:r>
              <a:rPr lang="en-IN" sz="1800" dirty="0"/>
              <a:t>Power BI – interactive BI dashboards for business insights</a:t>
            </a:r>
          </a:p>
          <a:p>
            <a:r>
              <a:rPr lang="en-IN" sz="1800" dirty="0" err="1"/>
              <a:t>Streamlit</a:t>
            </a:r>
            <a:r>
              <a:rPr lang="en-IN" sz="1800" dirty="0"/>
              <a:t> – deployed interactive analytics web app</a:t>
            </a:r>
          </a:p>
          <a:p>
            <a:r>
              <a:rPr lang="en-IN" sz="1800" b="1" dirty="0"/>
              <a:t>3. Machine Learning &amp; </a:t>
            </a:r>
            <a:r>
              <a:rPr lang="en-IN" sz="1800" b="1" dirty="0" err="1"/>
              <a:t>Modeling</a:t>
            </a:r>
            <a:endParaRPr lang="en-IN" sz="1800" b="1" dirty="0"/>
          </a:p>
          <a:p>
            <a:r>
              <a:rPr lang="en-IN" sz="1800" dirty="0"/>
              <a:t>Scikit-Learn – Logistic Regression, Random Forest, Decision Tree, PCA</a:t>
            </a:r>
          </a:p>
          <a:p>
            <a:r>
              <a:rPr lang="en-IN" sz="1800" dirty="0" err="1"/>
              <a:t>XGBoost</a:t>
            </a:r>
            <a:r>
              <a:rPr lang="en-IN" sz="1800" dirty="0"/>
              <a:t> – advanced churn prediction</a:t>
            </a:r>
          </a:p>
          <a:p>
            <a:r>
              <a:rPr lang="en-IN" sz="1800" dirty="0" err="1"/>
              <a:t>Statsmodels</a:t>
            </a:r>
            <a:r>
              <a:rPr lang="en-IN" sz="1800" dirty="0"/>
              <a:t> – ARIMA time-series forecasting</a:t>
            </a:r>
          </a:p>
          <a:p>
            <a:r>
              <a:rPr lang="en-IN" sz="1800" b="1" dirty="0"/>
              <a:t>4. Clustering &amp; Segmentation</a:t>
            </a:r>
          </a:p>
          <a:p>
            <a:r>
              <a:rPr lang="en-IN" sz="1800" dirty="0"/>
              <a:t>K-Means (scikit-learn) – customer segmentation</a:t>
            </a:r>
          </a:p>
          <a:p>
            <a:r>
              <a:rPr lang="en-IN" sz="1800" dirty="0" err="1"/>
              <a:t>StandardScaler</a:t>
            </a:r>
            <a:r>
              <a:rPr lang="en-IN" sz="1800" dirty="0"/>
              <a:t> – feature normalization</a:t>
            </a:r>
          </a:p>
          <a:p>
            <a:r>
              <a:rPr lang="en-IN" sz="1800" dirty="0"/>
              <a:t>PCA – dimensionality reduction for cluster visualization</a:t>
            </a:r>
          </a:p>
          <a:p>
            <a:r>
              <a:rPr lang="en-IN" sz="1800" b="1" dirty="0"/>
              <a:t>5. Deployment &amp; Reporting</a:t>
            </a:r>
          </a:p>
          <a:p>
            <a:r>
              <a:rPr lang="en-IN" sz="1800" dirty="0" err="1"/>
              <a:t>Streamlit</a:t>
            </a:r>
            <a:r>
              <a:rPr lang="en-IN" sz="1800" dirty="0"/>
              <a:t> App (app.py) – customer insights dashboard</a:t>
            </a:r>
          </a:p>
          <a:p>
            <a:r>
              <a:rPr lang="en-IN" sz="1800" dirty="0"/>
              <a:t>Power BI (.</a:t>
            </a:r>
            <a:r>
              <a:rPr lang="en-IN" sz="1800" dirty="0" err="1"/>
              <a:t>pbix</a:t>
            </a:r>
            <a:r>
              <a:rPr lang="en-IN" sz="1800" dirty="0"/>
              <a:t>) – executive-level dashboards</a:t>
            </a:r>
          </a:p>
          <a:p>
            <a:r>
              <a:rPr lang="en-IN" sz="1800" dirty="0"/>
              <a:t>Google Colab / </a:t>
            </a:r>
            <a:r>
              <a:rPr lang="en-IN" sz="1800" dirty="0" err="1"/>
              <a:t>Jupyter</a:t>
            </a:r>
            <a:r>
              <a:rPr lang="en-IN" sz="1800" dirty="0"/>
              <a:t> Notebook – analysis development environment</a:t>
            </a:r>
          </a:p>
        </p:txBody>
      </p:sp>
    </p:spTree>
    <p:extLst>
      <p:ext uri="{BB962C8B-B14F-4D97-AF65-F5344CB8AC3E}">
        <p14:creationId xmlns:p14="http://schemas.microsoft.com/office/powerpoint/2010/main" val="2993942548"/>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D272EE2-E1E7-9669-B7A8-E15433038AB7}"/>
            </a:ext>
          </a:extLst>
        </p:cNvPr>
        <p:cNvGrpSpPr/>
        <p:nvPr/>
      </p:nvGrpSpPr>
      <p:grpSpPr>
        <a:xfrm>
          <a:off x="0" y="0"/>
          <a:ext cx="0" cy="0"/>
          <a:chOff x="0" y="0"/>
          <a:chExt cx="0" cy="0"/>
        </a:xfrm>
      </p:grpSpPr>
      <p:sp>
        <p:nvSpPr>
          <p:cNvPr id="3" name="Title 2">
            <a:extLst>
              <a:ext uri="{FF2B5EF4-FFF2-40B4-BE49-F238E27FC236}">
                <a16:creationId xmlns:a16="http://schemas.microsoft.com/office/drawing/2014/main" id="{3DA066A9-4200-C2B7-F115-F624B5059000}"/>
              </a:ext>
            </a:extLst>
          </p:cNvPr>
          <p:cNvSpPr>
            <a:spLocks noGrp="1"/>
          </p:cNvSpPr>
          <p:nvPr>
            <p:ph type="title"/>
          </p:nvPr>
        </p:nvSpPr>
        <p:spPr>
          <a:xfrm>
            <a:off x="1807190" y="134185"/>
            <a:ext cx="8577617" cy="316081"/>
          </a:xfrm>
        </p:spPr>
        <p:txBody>
          <a:bodyPr/>
          <a:lstStyle/>
          <a:p>
            <a:pPr algn="ctr"/>
            <a:r>
              <a:rPr lang="en-US" dirty="0">
                <a:solidFill>
                  <a:srgbClr val="FF0000"/>
                </a:solidFill>
                <a:cs typeface="Times New Roman" panose="02020603050405020304" pitchFamily="18" charset="0"/>
              </a:rPr>
              <a:t>Conclusion</a:t>
            </a:r>
            <a:endParaRPr lang="en-IN" dirty="0">
              <a:solidFill>
                <a:srgbClr val="FF0000"/>
              </a:solidFill>
              <a:cs typeface="Times New Roman" panose="02020603050405020304" pitchFamily="18" charset="0"/>
            </a:endParaRPr>
          </a:p>
        </p:txBody>
      </p:sp>
      <p:sp>
        <p:nvSpPr>
          <p:cNvPr id="4" name="Slide Number Placeholder 3">
            <a:extLst>
              <a:ext uri="{FF2B5EF4-FFF2-40B4-BE49-F238E27FC236}">
                <a16:creationId xmlns:a16="http://schemas.microsoft.com/office/drawing/2014/main" id="{7A61BC7E-BE4E-BD73-54AD-501FD81E0CC9}"/>
              </a:ext>
            </a:extLst>
          </p:cNvPr>
          <p:cNvSpPr>
            <a:spLocks noGrp="1"/>
          </p:cNvSpPr>
          <p:nvPr>
            <p:ph type="sldNum" sz="quarter" idx="12"/>
          </p:nvPr>
        </p:nvSpPr>
        <p:spPr/>
        <p:txBody>
          <a:bodyPr/>
          <a:lstStyle/>
          <a:p>
            <a:pPr defTabSz="685800" hangingPunct="1"/>
            <a:fld id="{71766878-3199-4EAB-94E7-2D6D11070E14}" type="slidenum">
              <a:rPr lang="en-US" kern="1200">
                <a:solidFill>
                  <a:prstClr val="white"/>
                </a:solidFill>
                <a:latin typeface="Calibri"/>
                <a:ea typeface="+mn-ea"/>
                <a:cs typeface="+mn-cs"/>
              </a:rPr>
              <a:pPr defTabSz="685800" hangingPunct="1"/>
              <a:t>29</a:t>
            </a:fld>
            <a:endParaRPr lang="en-US" kern="1200">
              <a:solidFill>
                <a:prstClr val="white"/>
              </a:solidFill>
              <a:latin typeface="Calibri"/>
              <a:ea typeface="+mn-ea"/>
              <a:cs typeface="+mn-cs"/>
            </a:endParaRPr>
          </a:p>
        </p:txBody>
      </p:sp>
      <p:sp>
        <p:nvSpPr>
          <p:cNvPr id="6" name="TextBox 5">
            <a:extLst>
              <a:ext uri="{FF2B5EF4-FFF2-40B4-BE49-F238E27FC236}">
                <a16:creationId xmlns:a16="http://schemas.microsoft.com/office/drawing/2014/main" id="{27B39E60-ED4C-6699-5A69-DF33BE4C48DC}"/>
              </a:ext>
            </a:extLst>
          </p:cNvPr>
          <p:cNvSpPr txBox="1"/>
          <p:nvPr/>
        </p:nvSpPr>
        <p:spPr>
          <a:xfrm>
            <a:off x="794657" y="797901"/>
            <a:ext cx="11244943" cy="4893647"/>
          </a:xfrm>
          <a:prstGeom prst="rect">
            <a:avLst/>
          </a:prstGeom>
          <a:noFill/>
        </p:spPr>
        <p:txBody>
          <a:bodyPr wrap="square">
            <a:spAutoFit/>
          </a:bodyPr>
          <a:lstStyle/>
          <a:p>
            <a:pPr marL="342900" lvl="1" indent="-342900">
              <a:buFont typeface="Arial" panose="020B0604020202020204" pitchFamily="34" charset="0"/>
              <a:buChar char="•"/>
            </a:pPr>
            <a:r>
              <a:rPr lang="en-US" sz="2400" dirty="0"/>
              <a:t>Built a complete business analytics framework combining segmentation, churn prediction, CLV, and forecasting.</a:t>
            </a:r>
          </a:p>
          <a:p>
            <a:pPr marL="342900" lvl="1" indent="-342900">
              <a:buFont typeface="Arial" panose="020B0604020202020204" pitchFamily="34" charset="0"/>
              <a:buChar char="•"/>
            </a:pPr>
            <a:r>
              <a:rPr lang="en-US" sz="2400" dirty="0"/>
              <a:t>RFM + K-Means effectively segmented customers into Loyal, Regular, and At-Risk groups.</a:t>
            </a:r>
          </a:p>
          <a:p>
            <a:pPr marL="342900" lvl="1" indent="-342900">
              <a:buFont typeface="Arial" panose="020B0604020202020204" pitchFamily="34" charset="0"/>
              <a:buChar char="•"/>
            </a:pPr>
            <a:r>
              <a:rPr lang="en-US" sz="2400" dirty="0"/>
              <a:t>Churn prediction models (Logistic &amp; </a:t>
            </a:r>
            <a:r>
              <a:rPr lang="en-US" sz="2400" dirty="0" err="1"/>
              <a:t>XGBoost</a:t>
            </a:r>
            <a:r>
              <a:rPr lang="en-US" sz="2400" dirty="0"/>
              <a:t>) achieved high accuracy, enabling early detection of at-risk customers.</a:t>
            </a:r>
          </a:p>
          <a:p>
            <a:pPr marL="342900" lvl="1" indent="-342900">
              <a:buFont typeface="Arial" panose="020B0604020202020204" pitchFamily="34" charset="0"/>
              <a:buChar char="•"/>
            </a:pPr>
            <a:r>
              <a:rPr lang="en-US" sz="2400" dirty="0"/>
              <a:t>CLV estimation helped prioritize valuable customers and optimize retention strategies.</a:t>
            </a:r>
          </a:p>
          <a:p>
            <a:pPr marL="342900" lvl="1" indent="-342900">
              <a:buFont typeface="Arial" panose="020B0604020202020204" pitchFamily="34" charset="0"/>
              <a:buChar char="•"/>
            </a:pPr>
            <a:r>
              <a:rPr lang="en-US" sz="2400" dirty="0"/>
              <a:t>ARIMA forecasting provided reliable sales projections for effective planning and decision-making.</a:t>
            </a:r>
          </a:p>
          <a:p>
            <a:pPr marL="342900" lvl="1" indent="-342900">
              <a:buFont typeface="Arial" panose="020B0604020202020204" pitchFamily="34" charset="0"/>
              <a:buChar char="•"/>
            </a:pPr>
            <a:r>
              <a:rPr lang="en-US" sz="2400" dirty="0" err="1"/>
              <a:t>Streamlit</a:t>
            </a:r>
            <a:r>
              <a:rPr lang="en-US" sz="2400" dirty="0"/>
              <a:t> and Power BI dashboards made insights interactive, accessible, and business-friendly.</a:t>
            </a:r>
          </a:p>
          <a:p>
            <a:pPr marL="342900" lvl="1" indent="-342900">
              <a:buFont typeface="Arial" panose="020B0604020202020204" pitchFamily="34" charset="0"/>
              <a:buChar char="•"/>
            </a:pPr>
            <a:r>
              <a:rPr lang="en-US" sz="2400" dirty="0"/>
              <a:t>Overall, the project demonstrates how data-driven analytics can enhance customer understanding and support strategic growth in e-commerce.</a:t>
            </a:r>
          </a:p>
        </p:txBody>
      </p:sp>
    </p:spTree>
    <p:extLst>
      <p:ext uri="{BB962C8B-B14F-4D97-AF65-F5344CB8AC3E}">
        <p14:creationId xmlns:p14="http://schemas.microsoft.com/office/powerpoint/2010/main" val="2198756547"/>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3F6616C1-5C31-73EF-C6D8-3D293F21043E}"/>
              </a:ext>
            </a:extLst>
          </p:cNvPr>
          <p:cNvSpPr>
            <a:spLocks noGrp="1"/>
          </p:cNvSpPr>
          <p:nvPr>
            <p:ph type="sldNum" sz="quarter" idx="2"/>
          </p:nvPr>
        </p:nvSpPr>
        <p:spPr/>
        <p:txBody>
          <a:bodyPr/>
          <a:lstStyle/>
          <a:p>
            <a:fld id="{86CB4B4D-7CA3-9044-876B-883B54F8677D}" type="slidenum">
              <a:rPr lang="en-IN" smtClean="0"/>
              <a:t>30</a:t>
            </a:fld>
            <a:endParaRPr lang="en-IN"/>
          </a:p>
        </p:txBody>
      </p:sp>
      <p:sp>
        <p:nvSpPr>
          <p:cNvPr id="3" name="Title 2">
            <a:extLst>
              <a:ext uri="{FF2B5EF4-FFF2-40B4-BE49-F238E27FC236}">
                <a16:creationId xmlns:a16="http://schemas.microsoft.com/office/drawing/2014/main" id="{2B667EDC-3EA5-C3DB-B0B4-74241483777B}"/>
              </a:ext>
            </a:extLst>
          </p:cNvPr>
          <p:cNvSpPr>
            <a:spLocks noGrp="1"/>
          </p:cNvSpPr>
          <p:nvPr>
            <p:ph type="title"/>
          </p:nvPr>
        </p:nvSpPr>
        <p:spPr>
          <a:xfrm>
            <a:off x="1121979" y="2398881"/>
            <a:ext cx="10515600" cy="1325563"/>
          </a:xfrm>
        </p:spPr>
        <p:txBody>
          <a:bodyPr>
            <a:normAutofit/>
          </a:bodyPr>
          <a:lstStyle/>
          <a:p>
            <a:r>
              <a:rPr lang="en-US" sz="6600" dirty="0"/>
              <a:t>          THANK YOU</a:t>
            </a:r>
            <a:endParaRPr lang="en-IN" sz="6600" dirty="0"/>
          </a:p>
        </p:txBody>
      </p:sp>
    </p:spTree>
    <p:extLst>
      <p:ext uri="{BB962C8B-B14F-4D97-AF65-F5344CB8AC3E}">
        <p14:creationId xmlns:p14="http://schemas.microsoft.com/office/powerpoint/2010/main" val="1390547548"/>
      </p:ext>
    </p:extLst>
  </p:cSld>
  <p:clrMapOvr>
    <a:masterClrMapping/>
  </p:clrMapOvr>
  <p:transition spd="med"/>
</p:sld>
</file>

<file path=ppt/theme/theme1.xml><?xml version="1.0" encoding="utf-8"?>
<a:theme xmlns:a="http://schemas.openxmlformats.org/drawingml/2006/main" name="NAAC PRT Templat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NAAC PRT Template [Compatibility Mode]" id="{A3D2B74B-B15B-466F-9768-BD91F499C34C}" vid="{0E57DE27-252B-4995-BE16-123377BD3E9E}"/>
    </a:ext>
  </a:extLst>
</a:theme>
</file>

<file path=ppt/theme/theme2.xml><?xml version="1.0" encoding="utf-8"?>
<a:theme xmlns:a="http://schemas.openxmlformats.org/drawingml/2006/main" name="11_Default Design">
  <a:themeElements>
    <a:clrScheme name="11_Default Design">
      <a:dk1>
        <a:srgbClr val="000000"/>
      </a:dk1>
      <a:lt1>
        <a:srgbClr val="FFFFFF"/>
      </a:lt1>
      <a:dk2>
        <a:srgbClr val="A7A7A7"/>
      </a:dk2>
      <a:lt2>
        <a:srgbClr val="535353"/>
      </a:lt2>
      <a:accent1>
        <a:srgbClr val="BBE0E3"/>
      </a:accent1>
      <a:accent2>
        <a:srgbClr val="333399"/>
      </a:accent2>
      <a:accent3>
        <a:srgbClr val="9BBB59"/>
      </a:accent3>
      <a:accent4>
        <a:srgbClr val="8064A2"/>
      </a:accent4>
      <a:accent5>
        <a:srgbClr val="4BACC6"/>
      </a:accent5>
      <a:accent6>
        <a:srgbClr val="F79646"/>
      </a:accent6>
      <a:hlink>
        <a:srgbClr val="0000FF"/>
      </a:hlink>
      <a:folHlink>
        <a:srgbClr val="FF00FF"/>
      </a:folHlink>
    </a:clrScheme>
    <a:fontScheme name="11_Default Design">
      <a:majorFont>
        <a:latin typeface="Helvetica"/>
        <a:ea typeface="Helvetica"/>
        <a:cs typeface="Helvetica"/>
      </a:majorFont>
      <a:minorFont>
        <a:latin typeface="Arial"/>
        <a:ea typeface="Arial"/>
        <a:cs typeface="Arial"/>
      </a:minorFont>
    </a:fontScheme>
    <a:fmtScheme name="11_Default Design">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29999"/>
              </a:schemeClr>
            </a:gs>
            <a:gs pos="100000">
              <a:schemeClr val="phClr">
                <a:tint val="50000"/>
                <a:shade val="100000"/>
                <a:satMod val="350000"/>
              </a:schemeClr>
            </a:gs>
          </a:gsLst>
          <a:lin ang="16200000" scaled="0"/>
        </a:gradFill>
      </a:fillStyleLst>
      <a:lnStyleLst>
        <a:ln w="9525" cap="flat" cmpd="sng" algn="ctr">
          <a:solidFill>
            <a:schemeClr val="phClr">
              <a:shade val="95000"/>
              <a:satMod val="104999"/>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effectStyle>
        <a:effectStyle>
          <a:effectLst/>
        </a:effectStyle>
        <a:effectStyle>
          <a:effectLst>
            <a:outerShdw blurRad="38100" dist="20000" dir="5400000" rotWithShape="0">
              <a:srgbClr val="000000">
                <a:alpha val="38000"/>
              </a:srgbClr>
            </a:outerShdw>
          </a:effectLst>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solidFill>
          <a:srgbClr val="FFFFFF"/>
        </a:solidFill>
        <a:ln w="25400" cap="flat">
          <a:solidFill>
            <a:schemeClr val="accent1"/>
          </a:solidFill>
          <a:prstDash val="solid"/>
          <a:round/>
        </a:ln>
        <a:effectLst/>
        <a:sp3d/>
      </a:spPr>
      <a:bodyPr rot="0" spcFirstLastPara="1" vertOverflow="overflow" horzOverflow="overflow" vert="horz" wrap="square" lIns="45719" tIns="45719" rIns="45719" bIns="45719" numCol="1" spcCol="38100" rtlCol="0" anchor="t">
        <a:spAutoFit/>
      </a:bodyPr>
      <a:lstStyle>
        <a:defPPr marL="0" marR="0" indent="0" algn="l" defTabSz="914400" rtl="0" fontAlgn="auto" latinLnBrk="0" hangingPunct="0">
          <a:lnSpc>
            <a:spcPct val="100000"/>
          </a:lnSpc>
          <a:spcBef>
            <a:spcPts val="0"/>
          </a:spcBef>
          <a:spcAft>
            <a:spcPts val="0"/>
          </a:spcAft>
          <a:buClrTx/>
          <a:buSzTx/>
          <a:buFontTx/>
          <a:buNone/>
          <a:tabLst/>
          <a:defRPr kumimoji="0" sz="3200" b="0" i="0" u="none" strike="noStrike" cap="none" spc="0" normalizeH="0" baseline="0">
            <a:ln>
              <a:noFill/>
            </a:ln>
            <a:solidFill>
              <a:srgbClr val="000000"/>
            </a:solidFill>
            <a:effectLst/>
            <a:uFillTx/>
            <a:latin typeface="+mn-lt"/>
            <a:ea typeface="+mn-ea"/>
            <a:cs typeface="+mn-cs"/>
            <a:sym typeface="Arial"/>
          </a:defRPr>
        </a:defPPr>
        <a:lvl1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9pPr>
      </a:lstStyle>
      <a:style>
        <a:lnRef idx="0">
          <a:scrgbClr r="0" g="0" b="0"/>
        </a:lnRef>
        <a:fillRef idx="0">
          <a:scrgbClr r="0" g="0" b="0"/>
        </a:fillRef>
        <a:effectRef idx="0">
          <a:scrgbClr r="0" g="0" b="0"/>
        </a:effectRef>
        <a:fontRef idx="none"/>
      </a:style>
    </a:spDef>
    <a:lnDef>
      <a:spPr>
        <a:noFill/>
        <a:ln w="25400" cap="flat">
          <a:solidFill>
            <a:schemeClr val="accent1"/>
          </a:solidFill>
          <a:prstDash val="solid"/>
          <a:round/>
        </a:ln>
        <a:effectLst>
          <a:outerShdw blurRad="38100" dist="20000" dir="5400000" rotWithShape="0">
            <a:srgbClr val="000000">
              <a:alpha val="38000"/>
            </a:srgbClr>
          </a:outerShdw>
        </a:effectLst>
        <a:sp3d/>
      </a:spPr>
      <a:bodyPr rot="0" spcFirstLastPara="1" vertOverflow="overflow" horzOverflow="overflow" vert="horz" wrap="square" lIns="91439" tIns="45719" rIns="91439" bIns="45719" numCol="1" spcCol="38100" rtlCol="0" anchor="t">
        <a:noAutofit/>
      </a:bodyPr>
      <a:lstStyle>
        <a:def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defPPr>
        <a:lvl1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9pPr>
      </a:lstStyle>
      <a:style>
        <a:lnRef idx="0">
          <a:scrgbClr r="0" g="0" b="0"/>
        </a:lnRef>
        <a:fillRef idx="0">
          <a:scrgbClr r="0" g="0" b="0"/>
        </a:fillRef>
        <a:effectRef idx="0">
          <a:scrgbClr r="0" g="0" b="0"/>
        </a:effectRef>
        <a:fontRef idx="none"/>
      </a:style>
    </a:lnDef>
    <a:txDef>
      <a:spPr>
        <a:noFill/>
        <a:ln w="12700" cap="flat">
          <a:noFill/>
          <a:miter lim="400000"/>
        </a:ln>
        <a:effectLst/>
        <a:sp3d/>
      </a:spPr>
      <a:bodyPr rot="0" spcFirstLastPara="1" vertOverflow="overflow" horzOverflow="overflow" vert="horz" wrap="square" lIns="45719" tIns="45719" rIns="45719" bIns="45719" numCol="1" spcCol="38100" rtlCol="0" anchor="t">
        <a:spAutoFit/>
      </a:bodyPr>
      <a:lstStyle>
        <a:defPPr marL="0" marR="0" indent="0" algn="l" defTabSz="914400" rtl="0" fontAlgn="auto" latinLnBrk="0" hangingPunct="0">
          <a:lnSpc>
            <a:spcPct val="100000"/>
          </a:lnSpc>
          <a:spcBef>
            <a:spcPts val="0"/>
          </a:spcBef>
          <a:spcAft>
            <a:spcPts val="0"/>
          </a:spcAft>
          <a:buClrTx/>
          <a:buSzTx/>
          <a:buFontTx/>
          <a:buNone/>
          <a:tabLst/>
          <a:defRPr kumimoji="0" sz="1400" b="0" i="0" u="none" strike="noStrike" cap="none" spc="0" normalizeH="0" baseline="0">
            <a:ln>
              <a:noFill/>
            </a:ln>
            <a:solidFill>
              <a:srgbClr val="000000"/>
            </a:solidFill>
            <a:effectLst/>
            <a:uFillTx/>
            <a:latin typeface="Times New Roman"/>
            <a:ea typeface="Times New Roman"/>
            <a:cs typeface="Times New Roman"/>
            <a:sym typeface="Times New Roman"/>
          </a:defRPr>
        </a:defPPr>
        <a:lvl1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9pPr>
      </a:lstStyle>
      <a:style>
        <a:lnRef idx="0">
          <a:scrgbClr r="0" g="0" b="0"/>
        </a:lnRef>
        <a:fillRef idx="0">
          <a:scrgbClr r="0" g="0" b="0"/>
        </a:fillRef>
        <a:effectRef idx="0">
          <a:scrgbClr r="0" g="0" b="0"/>
        </a:effectRef>
        <a:fontRef idx="none"/>
      </a:style>
    </a:txDef>
  </a:objectDefaults>
  <a:extraClrSchemeLst/>
</a:theme>
</file>

<file path=docProps/app.xml><?xml version="1.0" encoding="utf-8"?>
<Properties xmlns="http://schemas.openxmlformats.org/officeDocument/2006/extended-properties" xmlns:vt="http://schemas.openxmlformats.org/officeDocument/2006/docPropsVTypes">
  <Template>Gallery</Template>
  <TotalTime>50318</TotalTime>
  <Words>2125</Words>
  <Application>Microsoft Office PowerPoint</Application>
  <PresentationFormat>Widescreen</PresentationFormat>
  <Paragraphs>383</Paragraphs>
  <Slides>30</Slides>
  <Notes>28</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30</vt:i4>
      </vt:variant>
    </vt:vector>
  </HeadingPairs>
  <TitlesOfParts>
    <vt:vector size="35" baseType="lpstr">
      <vt:lpstr>Arial</vt:lpstr>
      <vt:lpstr>Calibri</vt:lpstr>
      <vt:lpstr>Georgia</vt:lpstr>
      <vt:lpstr>Times New Roman</vt:lpstr>
      <vt:lpstr>NAAC PRT Template</vt:lpstr>
      <vt:lpstr>PowerPoint Presentation</vt:lpstr>
      <vt:lpstr>Problem Statement &amp; Objective</vt:lpstr>
      <vt:lpstr>Dataset Description</vt:lpstr>
      <vt:lpstr>Dataset Description   Contd..</vt:lpstr>
      <vt:lpstr>PowerPoint Presentation</vt:lpstr>
      <vt:lpstr>Data Preprocessing</vt:lpstr>
      <vt:lpstr>Analytical Approach/ Methodology</vt:lpstr>
      <vt:lpstr>Analytical Approach/ Methodology</vt:lpstr>
      <vt:lpstr>Analytical Approach/ Methodology</vt:lpstr>
      <vt:lpstr>Analytical Approach/ Methodology</vt:lpstr>
      <vt:lpstr>Analytical Approach/ Methodology</vt:lpstr>
      <vt:lpstr>Analytical Approach/ Methodology</vt:lpstr>
      <vt:lpstr>Results &amp; Evaluation</vt:lpstr>
      <vt:lpstr>Results &amp; Evaluation</vt:lpstr>
      <vt:lpstr>Results &amp; Evaluation</vt:lpstr>
      <vt:lpstr>Results &amp; Evaluation</vt:lpstr>
      <vt:lpstr>Visualizations &amp; Insights</vt:lpstr>
      <vt:lpstr>Visualizations &amp; Insights</vt:lpstr>
      <vt:lpstr>Visualizations &amp; Insights</vt:lpstr>
      <vt:lpstr>Visualizations &amp; Insights</vt:lpstr>
      <vt:lpstr>Visualizations &amp; Insights</vt:lpstr>
      <vt:lpstr>Visualizations &amp; Insights</vt:lpstr>
      <vt:lpstr>Visualizations &amp; Insights</vt:lpstr>
      <vt:lpstr>Visualizations &amp; Insights</vt:lpstr>
      <vt:lpstr>Visualizations &amp; Insights</vt:lpstr>
      <vt:lpstr>Business Insights &amp; Decision Support</vt:lpstr>
      <vt:lpstr>Business Insights &amp; Decision Support</vt:lpstr>
      <vt:lpstr>Business Insights &amp; Decision Support</vt:lpstr>
      <vt:lpstr>Conclusion</vt:lpstr>
      <vt:lpstr>          THANK YOU</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Speech Emotion Detection System</dc:title>
  <dc:creator>sundar rathinavel</dc:creator>
  <cp:lastModifiedBy>Anil kumar Chaganti</cp:lastModifiedBy>
  <cp:revision>487</cp:revision>
  <dcterms:modified xsi:type="dcterms:W3CDTF">2025-11-21T21:07:49Z</dcterms:modified>
</cp:coreProperties>
</file>